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7" r:id="rId6"/>
    <p:sldId id="261" r:id="rId7"/>
    <p:sldId id="258" r:id="rId8"/>
    <p:sldId id="259" r:id="rId9"/>
    <p:sldId id="274" r:id="rId10"/>
    <p:sldId id="266" r:id="rId11"/>
    <p:sldId id="275" r:id="rId12"/>
    <p:sldId id="267" r:id="rId13"/>
    <p:sldId id="265" r:id="rId14"/>
    <p:sldId id="262" r:id="rId15"/>
    <p:sldId id="271" r:id="rId16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or" initials="A" lastIdx="0" clrIdx="2"/>
  <p:cmAuthor id="4" name="Leonardo Nascimento" initials="LN" lastIdx="4" clrIdx="3">
    <p:extLst>
      <p:ext uri="{19B8F6BF-5375-455C-9EA6-DF929625EA0E}">
        <p15:presenceInfo xmlns:p15="http://schemas.microsoft.com/office/powerpoint/2012/main" userId="b33ccf9e6f72ae1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36959"/>
    <a:srgbClr val="192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40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4" dt="2026-01-27T15:22:08.521" idx="1">
    <p:pos x="10" y="10"/>
    <p:text/>
    <p:extLst>
      <p:ext uri="{C676402C-5697-4E1C-873F-D02D1690AC5C}">
        <p15:threadingInfo xmlns:p15="http://schemas.microsoft.com/office/powerpoint/2012/main" timeZoneBias="180"/>
      </p:ext>
    </p:extLst>
  </p:cm>
  <p:cm authorId="4" dt="2026-01-27T15:22:25.876" idx="2">
    <p:pos x="146" y="146"/>
    <p:text>Anotações para o orador:
Introduza o agro como motor econômico e altamente dependente de financiamento.
Destaque a limitação dos métodos atuais de PDD frente às especificidades do setor.
Apresente a proposta como uma evolução analítica orientada à decisão e à gestão de risco.</p:text>
    <p:extLst>
      <p:ext uri="{C676402C-5697-4E1C-873F-D02D1690AC5C}">
        <p15:threadingInfo xmlns:p15="http://schemas.microsoft.com/office/powerpoint/2012/main" timeZoneBias="18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4" dt="2026-01-27T15:26:00.161" idx="3">
    <p:pos x="10" y="10"/>
    <p:text>Anotações para o orador:
Destaque a limitação dos métodos atuais de PDD frente às especificidades do setor.
Apresente a proposta como uma evolução analítica orientada à decisão e à gestão de risco.</p:text>
    <p:extLst>
      <p:ext uri="{C676402C-5697-4E1C-873F-D02D1690AC5C}">
        <p15:threadingInfo xmlns:p15="http://schemas.microsoft.com/office/powerpoint/2012/main" timeZoneBias="180"/>
      </p:ext>
    </p:extLst>
  </p:cm>
</p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A24E01-5535-46B9-A9A1-A9A07E639A88}" type="doc">
      <dgm:prSet loTypeId="urn:microsoft.com/office/officeart/2017/3/layout/DropPinTimeline" loCatId="timeline" qsTypeId="urn:microsoft.com/office/officeart/2005/8/quickstyle/simple2" qsCatId="simple" csTypeId="urn:microsoft.com/office/officeart/2005/8/colors/colorful1" csCatId="colorful" phldr="1"/>
      <dgm:spPr/>
      <dgm:t>
        <a:bodyPr rtlCol="0"/>
        <a:lstStyle/>
        <a:p>
          <a:pPr rtl="0"/>
          <a:endParaRPr lang="en-US"/>
        </a:p>
      </dgm:t>
    </dgm:pt>
    <dgm:pt modelId="{DF1ABFB3-B399-406F-91BD-DCDF9A38526B}">
      <dgm:prSet phldrT="[Text]" phldr="0"/>
      <dgm:spPr/>
      <dgm:t>
        <a:bodyPr rtlCol="0"/>
        <a:lstStyle/>
        <a:p>
          <a:r>
            <a:rPr lang="pt-BR" b="0" noProof="0" dirty="0">
              <a:latin typeface="Bodoni MT" panose="02070603080606020203" pitchFamily="18" charset="77"/>
            </a:rPr>
            <a:t>Implantar redes estratégicas com necessidades de comércio eletrônico convincentes</a:t>
          </a:r>
          <a:endParaRPr lang="pt-BR" b="1" noProof="0" dirty="0">
            <a:latin typeface="Bodoni MT" panose="02070603080606020203" pitchFamily="18" charset="77"/>
          </a:endParaRPr>
        </a:p>
      </dgm:t>
    </dgm:pt>
    <dgm:pt modelId="{78CB0E27-958C-4066-A189-8B36505E8204}" type="parTrans" cxnId="{15319551-A9EA-462E-845B-E5251E84291F}">
      <dgm:prSet/>
      <dgm:spPr/>
      <dgm:t>
        <a:bodyPr rtlCol="0"/>
        <a:lstStyle/>
        <a:p>
          <a:pPr rtl="0"/>
          <a:endParaRPr lang="pt-BR" noProof="0" dirty="0"/>
        </a:p>
      </dgm:t>
    </dgm:pt>
    <dgm:pt modelId="{70E4A1D3-514E-4327-991D-5CC9C6B41885}" type="sibTrans" cxnId="{15319551-A9EA-462E-845B-E5251E84291F}">
      <dgm:prSet/>
      <dgm:spPr/>
      <dgm:t>
        <a:bodyPr rtlCol="0"/>
        <a:lstStyle/>
        <a:p>
          <a:pPr rtl="0"/>
          <a:endParaRPr lang="pt-BR" noProof="0" dirty="0"/>
        </a:p>
      </dgm:t>
    </dgm:pt>
    <dgm:pt modelId="{58FF46FB-368D-4E9C-A650-0513B8879DA8}">
      <dgm:prSet custT="1"/>
      <dgm:spPr/>
      <dgm:t>
        <a:bodyPr rtlCol="0"/>
        <a:lstStyle/>
        <a:p>
          <a:pPr>
            <a:defRPr b="1"/>
          </a:pPr>
          <a:r>
            <a:rPr lang="pt-BR" sz="1400" b="0" noProof="0" dirty="0">
              <a:solidFill>
                <a:schemeClr val="accent2">
                  <a:lumMod val="50000"/>
                </a:schemeClr>
              </a:solidFill>
              <a:latin typeface="Avenir Next LT Pro" panose="020B0504020202020204" pitchFamily="34" charset="77"/>
            </a:rPr>
            <a:t>SET 2020</a:t>
          </a:r>
        </a:p>
      </dgm:t>
    </dgm:pt>
    <dgm:pt modelId="{11DFA284-5E99-474D-BF05-364A45269DC7}" type="parTrans" cxnId="{C5645B39-CB65-4A0A-B369-E455C3B827C3}">
      <dgm:prSet/>
      <dgm:spPr/>
      <dgm:t>
        <a:bodyPr rtlCol="0"/>
        <a:lstStyle/>
        <a:p>
          <a:pPr rtl="0"/>
          <a:endParaRPr lang="pt-BR" noProof="0" dirty="0"/>
        </a:p>
      </dgm:t>
    </dgm:pt>
    <dgm:pt modelId="{CFA40740-0682-470C-AD5A-CFF53CD12BD2}" type="sibTrans" cxnId="{C5645B39-CB65-4A0A-B369-E455C3B827C3}">
      <dgm:prSet/>
      <dgm:spPr/>
      <dgm:t>
        <a:bodyPr rtlCol="0"/>
        <a:lstStyle/>
        <a:p>
          <a:pPr rtl="0"/>
          <a:endParaRPr lang="pt-BR" noProof="0" dirty="0"/>
        </a:p>
      </dgm:t>
    </dgm:pt>
    <dgm:pt modelId="{9A875394-CA1E-4432-AEEB-9054FCFF5E0E}">
      <dgm:prSet phldr="0"/>
      <dgm:spPr/>
      <dgm:t>
        <a:bodyPr rtlCol="0"/>
        <a:lstStyle/>
        <a:p>
          <a:r>
            <a:rPr lang="pt-BR" b="0" noProof="0" dirty="0" err="1">
              <a:latin typeface="Bodoni MT" panose="02070603080606020203" pitchFamily="18" charset="77"/>
            </a:rPr>
            <a:t>Sinergizar</a:t>
          </a:r>
          <a:r>
            <a:rPr lang="pt-BR" b="0" noProof="0" dirty="0">
              <a:latin typeface="Bodoni MT" panose="02070603080606020203" pitchFamily="18" charset="77"/>
            </a:rPr>
            <a:t> o comércio eletrônico dimensionável</a:t>
          </a:r>
        </a:p>
      </dgm:t>
    </dgm:pt>
    <dgm:pt modelId="{FCC92BDD-6EA3-421D-9DA8-7D3A12D003B6}" type="parTrans" cxnId="{B659504B-18E4-4D89-A17C-34ABB280AE52}">
      <dgm:prSet/>
      <dgm:spPr/>
      <dgm:t>
        <a:bodyPr rtlCol="0"/>
        <a:lstStyle/>
        <a:p>
          <a:pPr rtl="0"/>
          <a:endParaRPr lang="pt-BR" noProof="0" dirty="0"/>
        </a:p>
      </dgm:t>
    </dgm:pt>
    <dgm:pt modelId="{0314452B-82A0-42F4-9551-DF00CFFC3580}" type="sibTrans" cxnId="{B659504B-18E4-4D89-A17C-34ABB280AE52}">
      <dgm:prSet/>
      <dgm:spPr/>
      <dgm:t>
        <a:bodyPr rtlCol="0"/>
        <a:lstStyle/>
        <a:p>
          <a:pPr rtl="0"/>
          <a:endParaRPr lang="pt-BR" noProof="0" dirty="0"/>
        </a:p>
      </dgm:t>
    </dgm:pt>
    <dgm:pt modelId="{D05E1923-5021-40F7-B4EF-E582E23A699D}">
      <dgm:prSet custT="1"/>
      <dgm:spPr/>
      <dgm:t>
        <a:bodyPr rtlCol="0"/>
        <a:lstStyle/>
        <a:p>
          <a:pPr>
            <a:defRPr b="1"/>
          </a:pPr>
          <a:r>
            <a:rPr lang="pt-BR" sz="1400" b="0" noProof="0" dirty="0">
              <a:solidFill>
                <a:schemeClr val="accent3">
                  <a:lumMod val="50000"/>
                </a:schemeClr>
              </a:solidFill>
              <a:latin typeface="Avenir Next LT Pro" panose="020B0504020202020204" pitchFamily="34" charset="77"/>
            </a:rPr>
            <a:t>NOV 2020</a:t>
          </a:r>
        </a:p>
      </dgm:t>
    </dgm:pt>
    <dgm:pt modelId="{FD6C5CD2-9CED-4BE6-89CD-A5A5CCE63B3E}" type="parTrans" cxnId="{72C4D6D9-419A-42C1-A76D-84599F65BB08}">
      <dgm:prSet/>
      <dgm:spPr/>
      <dgm:t>
        <a:bodyPr rtlCol="0"/>
        <a:lstStyle/>
        <a:p>
          <a:pPr rtl="0"/>
          <a:endParaRPr lang="pt-BR" noProof="0" dirty="0"/>
        </a:p>
      </dgm:t>
    </dgm:pt>
    <dgm:pt modelId="{F020958C-EF86-4274-85F9-318F2792F7B6}" type="sibTrans" cxnId="{72C4D6D9-419A-42C1-A76D-84599F65BB08}">
      <dgm:prSet/>
      <dgm:spPr/>
      <dgm:t>
        <a:bodyPr rtlCol="0"/>
        <a:lstStyle/>
        <a:p>
          <a:pPr rtl="0"/>
          <a:endParaRPr lang="pt-BR" noProof="0" dirty="0"/>
        </a:p>
      </dgm:t>
    </dgm:pt>
    <dgm:pt modelId="{579089A8-5362-4BA4-9163-D19228C1808F}">
      <dgm:prSet phldr="0"/>
      <dgm:spPr/>
      <dgm:t>
        <a:bodyPr rtlCol="0"/>
        <a:lstStyle/>
        <a:p>
          <a:r>
            <a:rPr lang="pt-BR" b="0" noProof="0" dirty="0">
              <a:latin typeface="Bodoni MT" panose="02070603080606020203" pitchFamily="18" charset="77"/>
            </a:rPr>
            <a:t>Disseminar métricas padronizadas</a:t>
          </a:r>
        </a:p>
      </dgm:t>
    </dgm:pt>
    <dgm:pt modelId="{FB2DEB6E-B29F-4E51-960A-23ECC62EBF38}" type="parTrans" cxnId="{4876CF51-F110-4E25-8FD4-08D25B4B0AB8}">
      <dgm:prSet/>
      <dgm:spPr/>
      <dgm:t>
        <a:bodyPr rtlCol="0"/>
        <a:lstStyle/>
        <a:p>
          <a:pPr rtl="0"/>
          <a:endParaRPr lang="pt-BR" noProof="0" dirty="0"/>
        </a:p>
      </dgm:t>
    </dgm:pt>
    <dgm:pt modelId="{1C5328B1-AC18-4CF7-A034-BB0592F4A2A1}" type="sibTrans" cxnId="{4876CF51-F110-4E25-8FD4-08D25B4B0AB8}">
      <dgm:prSet/>
      <dgm:spPr/>
      <dgm:t>
        <a:bodyPr rtlCol="0"/>
        <a:lstStyle/>
        <a:p>
          <a:pPr rtl="0"/>
          <a:endParaRPr lang="pt-BR" noProof="0" dirty="0"/>
        </a:p>
      </dgm:t>
    </dgm:pt>
    <dgm:pt modelId="{FA8F44BD-C8C7-462C-9756-1EC498E86842}">
      <dgm:prSet custT="1"/>
      <dgm:spPr/>
      <dgm:t>
        <a:bodyPr rtlCol="0"/>
        <a:lstStyle/>
        <a:p>
          <a:pPr>
            <a:defRPr b="1"/>
          </a:pPr>
          <a:r>
            <a:rPr lang="pt-BR" sz="1400" b="0" noProof="0" dirty="0">
              <a:solidFill>
                <a:schemeClr val="accent4">
                  <a:lumMod val="50000"/>
                </a:schemeClr>
              </a:solidFill>
              <a:latin typeface="Avenir Next LT Pro" panose="020B0504020202020204" pitchFamily="34" charset="77"/>
            </a:rPr>
            <a:t> JAN 2021</a:t>
          </a:r>
        </a:p>
      </dgm:t>
    </dgm:pt>
    <dgm:pt modelId="{F47063EE-4B58-4EDE-A4F2-A4BD81B82F21}" type="parTrans" cxnId="{0D51BD2E-4619-469B-B233-EBAC3D4D0BA6}">
      <dgm:prSet/>
      <dgm:spPr/>
      <dgm:t>
        <a:bodyPr rtlCol="0"/>
        <a:lstStyle/>
        <a:p>
          <a:pPr rtl="0"/>
          <a:endParaRPr lang="pt-BR" noProof="0" dirty="0"/>
        </a:p>
      </dgm:t>
    </dgm:pt>
    <dgm:pt modelId="{8C8A9736-03DA-4B1C-A590-10B4AD89452B}" type="sibTrans" cxnId="{0D51BD2E-4619-469B-B233-EBAC3D4D0BA6}">
      <dgm:prSet/>
      <dgm:spPr/>
      <dgm:t>
        <a:bodyPr rtlCol="0"/>
        <a:lstStyle/>
        <a:p>
          <a:pPr rtl="0"/>
          <a:endParaRPr lang="pt-BR" noProof="0" dirty="0"/>
        </a:p>
      </dgm:t>
    </dgm:pt>
    <dgm:pt modelId="{EFEB4D61-3A9C-4140-977F-3C3F5C9EE9D1}">
      <dgm:prSet phldr="0"/>
      <dgm:spPr/>
      <dgm:t>
        <a:bodyPr rtlCol="0"/>
        <a:lstStyle/>
        <a:p>
          <a:r>
            <a:rPr lang="pt-BR" b="0" noProof="0" dirty="0">
              <a:latin typeface="Bodoni MT" panose="02070603080606020203" pitchFamily="18" charset="77"/>
            </a:rPr>
            <a:t>Coordenar aplicativos de comércio eletrônico</a:t>
          </a:r>
        </a:p>
      </dgm:t>
    </dgm:pt>
    <dgm:pt modelId="{57D352E4-0431-4F68-B8F1-61BFA34799AA}" type="parTrans" cxnId="{1B32EF2C-9DB5-4504-A9DA-B4956CC00208}">
      <dgm:prSet/>
      <dgm:spPr/>
      <dgm:t>
        <a:bodyPr rtlCol="0"/>
        <a:lstStyle/>
        <a:p>
          <a:pPr rtl="0"/>
          <a:endParaRPr lang="pt-BR" noProof="0" dirty="0"/>
        </a:p>
      </dgm:t>
    </dgm:pt>
    <dgm:pt modelId="{0ECC32B6-1E7C-4AA4-9DBF-D69B7C5E64A9}" type="sibTrans" cxnId="{1B32EF2C-9DB5-4504-A9DA-B4956CC00208}">
      <dgm:prSet/>
      <dgm:spPr/>
      <dgm:t>
        <a:bodyPr rtlCol="0"/>
        <a:lstStyle/>
        <a:p>
          <a:pPr rtl="0"/>
          <a:endParaRPr lang="pt-BR" noProof="0" dirty="0"/>
        </a:p>
      </dgm:t>
    </dgm:pt>
    <dgm:pt modelId="{8BAB5E6F-A65E-41DB-A296-0818B0E49F7C}">
      <dgm:prSet custT="1"/>
      <dgm:spPr/>
      <dgm:t>
        <a:bodyPr rtlCol="0"/>
        <a:lstStyle/>
        <a:p>
          <a:pPr>
            <a:defRPr b="1"/>
          </a:pPr>
          <a:r>
            <a:rPr lang="pt-BR" sz="1400" b="0" noProof="0" dirty="0">
              <a:solidFill>
                <a:schemeClr val="bg2">
                  <a:lumMod val="50000"/>
                </a:schemeClr>
              </a:solidFill>
              <a:latin typeface="Avenir Next LT Pro" panose="020B0504020202020204" pitchFamily="34" charset="77"/>
            </a:rPr>
            <a:t>MARÇO DE 2021</a:t>
          </a:r>
        </a:p>
      </dgm:t>
    </dgm:pt>
    <dgm:pt modelId="{886842C6-3EFC-4BE7-B417-415595758830}" type="parTrans" cxnId="{66B49C6C-FAFD-47B4-BF22-05A295C23D4E}">
      <dgm:prSet/>
      <dgm:spPr/>
      <dgm:t>
        <a:bodyPr rtlCol="0"/>
        <a:lstStyle/>
        <a:p>
          <a:pPr rtl="0"/>
          <a:endParaRPr lang="pt-BR" noProof="0" dirty="0"/>
        </a:p>
      </dgm:t>
    </dgm:pt>
    <dgm:pt modelId="{B407F4C3-8FC9-4E91-A0EC-6B33713CC9A5}" type="sibTrans" cxnId="{66B49C6C-FAFD-47B4-BF22-05A295C23D4E}">
      <dgm:prSet/>
      <dgm:spPr/>
      <dgm:t>
        <a:bodyPr rtlCol="0"/>
        <a:lstStyle/>
        <a:p>
          <a:pPr rtl="0"/>
          <a:endParaRPr lang="pt-BR" noProof="0" dirty="0"/>
        </a:p>
      </dgm:t>
    </dgm:pt>
    <dgm:pt modelId="{332BC85C-1CF3-4F8F-ACB7-5B6D53744AE1}">
      <dgm:prSet phldr="0"/>
      <dgm:spPr/>
      <dgm:t>
        <a:bodyPr rtlCol="0"/>
        <a:lstStyle/>
        <a:p>
          <a:r>
            <a:rPr lang="pt-BR" b="0" noProof="0" dirty="0">
              <a:latin typeface="Bodoni MT" panose="02070603080606020203" pitchFamily="18" charset="77"/>
            </a:rPr>
            <a:t>Promover metodologias holisticamente superiores</a:t>
          </a:r>
        </a:p>
      </dgm:t>
    </dgm:pt>
    <dgm:pt modelId="{99F218FD-90FE-450E-A368-B3E3677E74E8}" type="parTrans" cxnId="{2617C475-F537-46A6-ADE1-4EB764853601}">
      <dgm:prSet/>
      <dgm:spPr/>
      <dgm:t>
        <a:bodyPr rtlCol="0"/>
        <a:lstStyle/>
        <a:p>
          <a:pPr rtl="0"/>
          <a:endParaRPr lang="pt-BR" noProof="0" dirty="0"/>
        </a:p>
      </dgm:t>
    </dgm:pt>
    <dgm:pt modelId="{8D1CC686-B05C-4470-A959-236CC9C8BB70}" type="sibTrans" cxnId="{2617C475-F537-46A6-ADE1-4EB764853601}">
      <dgm:prSet/>
      <dgm:spPr/>
      <dgm:t>
        <a:bodyPr rtlCol="0"/>
        <a:lstStyle/>
        <a:p>
          <a:pPr rtl="0"/>
          <a:endParaRPr lang="pt-BR" noProof="0" dirty="0"/>
        </a:p>
      </dgm:t>
    </dgm:pt>
    <dgm:pt modelId="{8B9AF88A-E1F7-4D3A-905F-87228D6A8655}">
      <dgm:prSet custT="1"/>
      <dgm:spPr/>
      <dgm:t>
        <a:bodyPr rtlCol="0"/>
        <a:lstStyle/>
        <a:p>
          <a:pPr>
            <a:defRPr b="1"/>
          </a:pPr>
          <a:r>
            <a:rPr lang="pt-BR" sz="1400" b="0" noProof="0" dirty="0">
              <a:solidFill>
                <a:schemeClr val="accent6">
                  <a:lumMod val="50000"/>
                </a:schemeClr>
              </a:solidFill>
              <a:latin typeface="Avenir Next LT Pro" panose="020B0504020202020204" pitchFamily="34" charset="77"/>
            </a:rPr>
            <a:t>MAIO DE 2021</a:t>
          </a:r>
        </a:p>
      </dgm:t>
    </dgm:pt>
    <dgm:pt modelId="{933A8FED-7B84-4ED0-B6AA-2EE26A89B8EA}" type="parTrans" cxnId="{E1474FF3-8E3C-4B30-985C-CE88BA0FE324}">
      <dgm:prSet/>
      <dgm:spPr/>
      <dgm:t>
        <a:bodyPr rtlCol="0"/>
        <a:lstStyle/>
        <a:p>
          <a:pPr rtl="0"/>
          <a:endParaRPr lang="pt-BR" noProof="0" dirty="0"/>
        </a:p>
      </dgm:t>
    </dgm:pt>
    <dgm:pt modelId="{F11DD6EC-352C-4A0E-84AA-FEBE2F06BCF9}" type="sibTrans" cxnId="{E1474FF3-8E3C-4B30-985C-CE88BA0FE324}">
      <dgm:prSet/>
      <dgm:spPr/>
      <dgm:t>
        <a:bodyPr rtlCol="0"/>
        <a:lstStyle/>
        <a:p>
          <a:pPr rtl="0"/>
          <a:endParaRPr lang="pt-BR" noProof="0" dirty="0"/>
        </a:p>
      </dgm:t>
    </dgm:pt>
    <dgm:pt modelId="{6E9F3C9B-13CA-43A8-8836-0B2B41D07DEF}" type="pres">
      <dgm:prSet presAssocID="{05A24E01-5535-46B9-A9A1-A9A07E639A88}" presName="root" presStyleCnt="0">
        <dgm:presLayoutVars>
          <dgm:chMax/>
          <dgm:chPref/>
          <dgm:animLvl val="lvl"/>
        </dgm:presLayoutVars>
      </dgm:prSet>
      <dgm:spPr/>
    </dgm:pt>
    <dgm:pt modelId="{E8AACCBB-6709-4071-B389-3BB226B3A586}" type="pres">
      <dgm:prSet presAssocID="{05A24E01-5535-46B9-A9A1-A9A07E639A88}" presName="divider" presStyleLbl="fgAcc1" presStyleIdx="0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gm:spPr>
    </dgm:pt>
    <dgm:pt modelId="{E6F74CED-5217-4282-85F1-1C12DC84731C}" type="pres">
      <dgm:prSet presAssocID="{05A24E01-5535-46B9-A9A1-A9A07E639A88}" presName="nodes" presStyleCnt="0">
        <dgm:presLayoutVars>
          <dgm:chMax/>
          <dgm:chPref/>
          <dgm:animLvl val="lvl"/>
        </dgm:presLayoutVars>
      </dgm:prSet>
      <dgm:spPr/>
    </dgm:pt>
    <dgm:pt modelId="{AC377099-4DAE-451C-ADE9-98036E2679B5}" type="pres">
      <dgm:prSet presAssocID="{58FF46FB-368D-4E9C-A650-0513B8879DA8}" presName="composite" presStyleCnt="0"/>
      <dgm:spPr/>
    </dgm:pt>
    <dgm:pt modelId="{B6C94ECD-6415-4250-B4AD-F67BF5BECFB8}" type="pres">
      <dgm:prSet presAssocID="{58FF46FB-368D-4E9C-A650-0513B8879DA8}" presName="ConnectorPoint" presStyleLbl="lnNode1" presStyleIdx="0" presStyleCnt="5"/>
      <dgm:spPr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0E99BB09-1B86-4308-A570-3981E6DD3A06}" type="pres">
      <dgm:prSet presAssocID="{58FF46FB-368D-4E9C-A650-0513B8879DA8}" presName="DropPinPlaceHolder" presStyleCnt="0"/>
      <dgm:spPr/>
    </dgm:pt>
    <dgm:pt modelId="{0ED6E8D6-BD44-4400-BC14-1BC75CB979A3}" type="pres">
      <dgm:prSet presAssocID="{58FF46FB-368D-4E9C-A650-0513B8879DA8}" presName="DropPin" presStyleLbl="alignNode1" presStyleIdx="0" presStyleCnt="5"/>
      <dgm:spPr/>
    </dgm:pt>
    <dgm:pt modelId="{5B7FC7CF-F58D-48D5-8BCC-38D6EE87890B}" type="pres">
      <dgm:prSet presAssocID="{58FF46FB-368D-4E9C-A650-0513B8879DA8}" presName="Ellipse" presStyleLbl="fgAcc1" presStyleIdx="1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gm:spPr>
    </dgm:pt>
    <dgm:pt modelId="{D2143A46-815A-49BF-9455-C0385022444F}" type="pres">
      <dgm:prSet presAssocID="{58FF46FB-368D-4E9C-A650-0513B8879DA8}" presName="L2TextContainer" presStyleLbl="revTx" presStyleIdx="0" presStyleCnt="10">
        <dgm:presLayoutVars>
          <dgm:bulletEnabled val="1"/>
        </dgm:presLayoutVars>
      </dgm:prSet>
      <dgm:spPr/>
    </dgm:pt>
    <dgm:pt modelId="{8E3FB235-DF38-476B-9A0E-B1E583D50944}" type="pres">
      <dgm:prSet presAssocID="{58FF46FB-368D-4E9C-A650-0513B8879DA8}" presName="L1TextContainer" presStyleLbl="revTx" presStyleIdx="1" presStyleCnt="10" custScaleX="69895" custLinFactNeighborX="-8678">
        <dgm:presLayoutVars>
          <dgm:chMax val="1"/>
          <dgm:chPref val="1"/>
          <dgm:bulletEnabled val="1"/>
        </dgm:presLayoutVars>
      </dgm:prSet>
      <dgm:spPr/>
    </dgm:pt>
    <dgm:pt modelId="{9AA05CE5-209F-4AD9-BE2C-2A69F76DA8F4}" type="pres">
      <dgm:prSet presAssocID="{58FF46FB-368D-4E9C-A650-0513B8879DA8}" presName="ConnectLine" presStyleLbl="sibTrans1D1" presStyleIdx="0" presStyleCnt="5"/>
      <dgm:spPr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17350C28-DA10-4F3B-9FA2-0FE7C12A4ABE}" type="pres">
      <dgm:prSet presAssocID="{58FF46FB-368D-4E9C-A650-0513B8879DA8}" presName="EmptyPlaceHolder" presStyleCnt="0"/>
      <dgm:spPr/>
    </dgm:pt>
    <dgm:pt modelId="{6DA7B85E-9DC6-4F3B-A2BF-09CDEEDB43BC}" type="pres">
      <dgm:prSet presAssocID="{CFA40740-0682-470C-AD5A-CFF53CD12BD2}" presName="spaceBetweenRectangles" presStyleCnt="0"/>
      <dgm:spPr/>
    </dgm:pt>
    <dgm:pt modelId="{CF519A69-9940-494F-8406-D0D876E3CD26}" type="pres">
      <dgm:prSet presAssocID="{D05E1923-5021-40F7-B4EF-E582E23A699D}" presName="composite" presStyleCnt="0"/>
      <dgm:spPr/>
    </dgm:pt>
    <dgm:pt modelId="{714429FF-AAA3-4358-8C5F-1A7F29AA2B7B}" type="pres">
      <dgm:prSet presAssocID="{D05E1923-5021-40F7-B4EF-E582E23A699D}" presName="ConnectorPoint" presStyleLbl="lnNode1" presStyleIdx="1" presStyleCnt="5"/>
      <dgm:spPr>
        <a:solidFill>
          <a:schemeClr val="accent3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AB8B1E8E-162B-4E3E-9E31-BA5CFBD3ED9D}" type="pres">
      <dgm:prSet presAssocID="{D05E1923-5021-40F7-B4EF-E582E23A699D}" presName="DropPinPlaceHolder" presStyleCnt="0"/>
      <dgm:spPr/>
    </dgm:pt>
    <dgm:pt modelId="{358CAA11-0A87-4861-8B4E-913B1EAD1334}" type="pres">
      <dgm:prSet presAssocID="{D05E1923-5021-40F7-B4EF-E582E23A699D}" presName="DropPin" presStyleLbl="alignNode1" presStyleIdx="1" presStyleCnt="5"/>
      <dgm:spPr/>
    </dgm:pt>
    <dgm:pt modelId="{B1A1A837-F261-404B-A808-B2F4154CE8A2}" type="pres">
      <dgm:prSet presAssocID="{D05E1923-5021-40F7-B4EF-E582E23A699D}" presName="Ellipse" presStyleLbl="fgAcc1" presStyleIdx="2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gm:spPr>
    </dgm:pt>
    <dgm:pt modelId="{B5F3F650-2E42-488A-AD4F-C4BD47D19A84}" type="pres">
      <dgm:prSet presAssocID="{D05E1923-5021-40F7-B4EF-E582E23A699D}" presName="L2TextContainer" presStyleLbl="revTx" presStyleIdx="2" presStyleCnt="10">
        <dgm:presLayoutVars>
          <dgm:bulletEnabled val="1"/>
        </dgm:presLayoutVars>
      </dgm:prSet>
      <dgm:spPr/>
    </dgm:pt>
    <dgm:pt modelId="{223C5207-4FA2-4A6C-8F43-20BD55767C99}" type="pres">
      <dgm:prSet presAssocID="{D05E1923-5021-40F7-B4EF-E582E23A699D}" presName="L1TextContainer" presStyleLbl="revTx" presStyleIdx="3" presStyleCnt="10" custScaleX="75038" custLinFactNeighborX="-4340">
        <dgm:presLayoutVars>
          <dgm:chMax val="1"/>
          <dgm:chPref val="1"/>
          <dgm:bulletEnabled val="1"/>
        </dgm:presLayoutVars>
      </dgm:prSet>
      <dgm:spPr/>
    </dgm:pt>
    <dgm:pt modelId="{4FE5EB5D-4CEF-4D0D-9394-0534E61844BE}" type="pres">
      <dgm:prSet presAssocID="{D05E1923-5021-40F7-B4EF-E582E23A699D}" presName="ConnectLine" presStyleLbl="sibTrans1D1" presStyleIdx="1" presStyleCnt="5"/>
      <dgm:spPr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EC869059-0AEC-4D98-8C46-CB603A342C72}" type="pres">
      <dgm:prSet presAssocID="{D05E1923-5021-40F7-B4EF-E582E23A699D}" presName="EmptyPlaceHolder" presStyleCnt="0"/>
      <dgm:spPr/>
    </dgm:pt>
    <dgm:pt modelId="{408BA715-9739-461D-BFDE-88EDAE355E60}" type="pres">
      <dgm:prSet presAssocID="{F020958C-EF86-4274-85F9-318F2792F7B6}" presName="spaceBetweenRectangles" presStyleCnt="0"/>
      <dgm:spPr/>
    </dgm:pt>
    <dgm:pt modelId="{D512C7F9-87A6-4BA9-AFAC-03FF1578D945}" type="pres">
      <dgm:prSet presAssocID="{FA8F44BD-C8C7-462C-9756-1EC498E86842}" presName="composite" presStyleCnt="0"/>
      <dgm:spPr/>
    </dgm:pt>
    <dgm:pt modelId="{152AD014-AFD0-4700-A468-4D562874339A}" type="pres">
      <dgm:prSet presAssocID="{FA8F44BD-C8C7-462C-9756-1EC498E86842}" presName="ConnectorPoint" presStyleLbl="lnNode1" presStyleIdx="2" presStyleCnt="5"/>
      <dgm:spPr>
        <a:solidFill>
          <a:schemeClr val="accent4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6CE2C4D8-4380-442D-A6C2-0B468BF3C74C}" type="pres">
      <dgm:prSet presAssocID="{FA8F44BD-C8C7-462C-9756-1EC498E86842}" presName="DropPinPlaceHolder" presStyleCnt="0"/>
      <dgm:spPr/>
    </dgm:pt>
    <dgm:pt modelId="{72C82E90-F103-439C-8371-CFFB0927B9DE}" type="pres">
      <dgm:prSet presAssocID="{FA8F44BD-C8C7-462C-9756-1EC498E86842}" presName="DropPin" presStyleLbl="alignNode1" presStyleIdx="2" presStyleCnt="5"/>
      <dgm:spPr/>
    </dgm:pt>
    <dgm:pt modelId="{5D519322-C1DD-47AE-92C0-13575134BC76}" type="pres">
      <dgm:prSet presAssocID="{FA8F44BD-C8C7-462C-9756-1EC498E86842}" presName="Ellipse" presStyleLbl="fgAcc1" presStyleIdx="3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gm:spPr>
    </dgm:pt>
    <dgm:pt modelId="{96DDA0FE-83E2-423C-9F13-58A61EB68487}" type="pres">
      <dgm:prSet presAssocID="{FA8F44BD-C8C7-462C-9756-1EC498E86842}" presName="L2TextContainer" presStyleLbl="revTx" presStyleIdx="4" presStyleCnt="10">
        <dgm:presLayoutVars>
          <dgm:bulletEnabled val="1"/>
        </dgm:presLayoutVars>
      </dgm:prSet>
      <dgm:spPr/>
    </dgm:pt>
    <dgm:pt modelId="{2D6C7916-1130-46A8-833B-A6278CBD2192}" type="pres">
      <dgm:prSet presAssocID="{FA8F44BD-C8C7-462C-9756-1EC498E86842}" presName="L1TextContainer" presStyleLbl="revTx" presStyleIdx="5" presStyleCnt="10" custScaleX="81420" custLinFactNeighborX="-3099">
        <dgm:presLayoutVars>
          <dgm:chMax val="1"/>
          <dgm:chPref val="1"/>
          <dgm:bulletEnabled val="1"/>
        </dgm:presLayoutVars>
      </dgm:prSet>
      <dgm:spPr/>
    </dgm:pt>
    <dgm:pt modelId="{4D953791-5C2F-4A75-A8F4-6ED7EAB5E015}" type="pres">
      <dgm:prSet presAssocID="{FA8F44BD-C8C7-462C-9756-1EC498E86842}" presName="ConnectLine" presStyleLbl="sibTrans1D1" presStyleIdx="2" presStyleCnt="5"/>
      <dgm:spPr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22A72E40-4DCC-4F48-AADD-29738FD37A2C}" type="pres">
      <dgm:prSet presAssocID="{FA8F44BD-C8C7-462C-9756-1EC498E86842}" presName="EmptyPlaceHolder" presStyleCnt="0"/>
      <dgm:spPr/>
    </dgm:pt>
    <dgm:pt modelId="{E168BB9F-20D9-474F-9E39-4872B40634C6}" type="pres">
      <dgm:prSet presAssocID="{8C8A9736-03DA-4B1C-A590-10B4AD89452B}" presName="spaceBetweenRectangles" presStyleCnt="0"/>
      <dgm:spPr/>
    </dgm:pt>
    <dgm:pt modelId="{A62622B1-7EF4-49B6-9AC7-B54F0E2A0C74}" type="pres">
      <dgm:prSet presAssocID="{8BAB5E6F-A65E-41DB-A296-0818B0E49F7C}" presName="composite" presStyleCnt="0"/>
      <dgm:spPr/>
    </dgm:pt>
    <dgm:pt modelId="{14282312-87CB-41BB-A02D-C594BBEF33C7}" type="pres">
      <dgm:prSet presAssocID="{8BAB5E6F-A65E-41DB-A296-0818B0E49F7C}" presName="ConnectorPoint" presStyleLbl="lnNode1" presStyleIdx="3" presStyleCnt="5"/>
      <dgm:spPr>
        <a:solidFill>
          <a:schemeClr val="bg2"/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D554C1A5-AF8E-41FC-A779-25BD6B11F91F}" type="pres">
      <dgm:prSet presAssocID="{8BAB5E6F-A65E-41DB-A296-0818B0E49F7C}" presName="DropPinPlaceHolder" presStyleCnt="0"/>
      <dgm:spPr/>
    </dgm:pt>
    <dgm:pt modelId="{17331DD9-74CF-4A3A-86BA-F4B9DBEAB944}" type="pres">
      <dgm:prSet presAssocID="{8BAB5E6F-A65E-41DB-A296-0818B0E49F7C}" presName="DropPin" presStyleLbl="alignNode1" presStyleIdx="3" presStyleCnt="5"/>
      <dgm:spPr>
        <a:solidFill>
          <a:schemeClr val="bg2"/>
        </a:solidFill>
        <a:ln>
          <a:solidFill>
            <a:schemeClr val="bg2"/>
          </a:solidFill>
        </a:ln>
      </dgm:spPr>
    </dgm:pt>
    <dgm:pt modelId="{515AAB83-BD07-4B9E-9A3B-858C0B126F9C}" type="pres">
      <dgm:prSet presAssocID="{8BAB5E6F-A65E-41DB-A296-0818B0E49F7C}" presName="Ellipse" presStyleLbl="fgAcc1" presStyleIdx="4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gm:spPr>
    </dgm:pt>
    <dgm:pt modelId="{08CB2D5A-F46A-4E0E-9575-15F31D04AAC6}" type="pres">
      <dgm:prSet presAssocID="{8BAB5E6F-A65E-41DB-A296-0818B0E49F7C}" presName="L2TextContainer" presStyleLbl="revTx" presStyleIdx="6" presStyleCnt="10">
        <dgm:presLayoutVars>
          <dgm:bulletEnabled val="1"/>
        </dgm:presLayoutVars>
      </dgm:prSet>
      <dgm:spPr/>
    </dgm:pt>
    <dgm:pt modelId="{7C1E6B4A-59F7-4018-A403-E1CCAEE78BA1}" type="pres">
      <dgm:prSet presAssocID="{8BAB5E6F-A65E-41DB-A296-0818B0E49F7C}" presName="L1TextContainer" presStyleLbl="revTx" presStyleIdx="7" presStyleCnt="10" custScaleX="77884" custLinFactNeighborX="-2480">
        <dgm:presLayoutVars>
          <dgm:chMax val="1"/>
          <dgm:chPref val="1"/>
          <dgm:bulletEnabled val="1"/>
        </dgm:presLayoutVars>
      </dgm:prSet>
      <dgm:spPr/>
    </dgm:pt>
    <dgm:pt modelId="{A03C5372-D306-43AC-B406-6F8183849431}" type="pres">
      <dgm:prSet presAssocID="{8BAB5E6F-A65E-41DB-A296-0818B0E49F7C}" presName="ConnectLine" presStyleLbl="sibTrans1D1" presStyleIdx="3" presStyleCnt="5"/>
      <dgm:spPr>
        <a:noFill/>
        <a:ln w="12700" cap="flat" cmpd="sng" algn="ctr">
          <a:solidFill>
            <a:schemeClr val="bg2"/>
          </a:solidFill>
          <a:prstDash val="dash"/>
          <a:miter lim="800000"/>
        </a:ln>
        <a:effectLst/>
      </dgm:spPr>
    </dgm:pt>
    <dgm:pt modelId="{90926F0B-05E0-48AF-9C69-5C494731F877}" type="pres">
      <dgm:prSet presAssocID="{8BAB5E6F-A65E-41DB-A296-0818B0E49F7C}" presName="EmptyPlaceHolder" presStyleCnt="0"/>
      <dgm:spPr/>
    </dgm:pt>
    <dgm:pt modelId="{9EA695E3-93D5-405B-8AF6-0B8537A964FD}" type="pres">
      <dgm:prSet presAssocID="{B407F4C3-8FC9-4E91-A0EC-6B33713CC9A5}" presName="spaceBetweenRectangles" presStyleCnt="0"/>
      <dgm:spPr/>
    </dgm:pt>
    <dgm:pt modelId="{05956D37-804F-419D-9E8C-30D41D06DC3E}" type="pres">
      <dgm:prSet presAssocID="{8B9AF88A-E1F7-4D3A-905F-87228D6A8655}" presName="composite" presStyleCnt="0"/>
      <dgm:spPr/>
    </dgm:pt>
    <dgm:pt modelId="{58B7B786-A0AD-4662-8D54-C5C572D2C32C}" type="pres">
      <dgm:prSet presAssocID="{8B9AF88A-E1F7-4D3A-905F-87228D6A8655}" presName="ConnectorPoint" presStyleLbl="lnNode1" presStyleIdx="4" presStyleCnt="5"/>
      <dgm:spPr>
        <a:solidFill>
          <a:schemeClr val="accent6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gm:spPr>
    </dgm:pt>
    <dgm:pt modelId="{E4704426-333D-4092-A035-BBC55DB8579D}" type="pres">
      <dgm:prSet presAssocID="{8B9AF88A-E1F7-4D3A-905F-87228D6A8655}" presName="DropPinPlaceHolder" presStyleCnt="0"/>
      <dgm:spPr/>
    </dgm:pt>
    <dgm:pt modelId="{A55439AF-6893-479D-8B57-31FBC13C553F}" type="pres">
      <dgm:prSet presAssocID="{8B9AF88A-E1F7-4D3A-905F-87228D6A8655}" presName="DropPin" presStyleLbl="alignNode1" presStyleIdx="4" presStyleCnt="5"/>
      <dgm:spPr/>
    </dgm:pt>
    <dgm:pt modelId="{A22B1C16-7FF0-4DBE-B32E-E43FEB1E2EAC}" type="pres">
      <dgm:prSet presAssocID="{8B9AF88A-E1F7-4D3A-905F-87228D6A8655}" presName="Ellipse" presStyleLbl="fgAcc1" presStyleIdx="5" presStyleCnt="6"/>
      <dgm:spPr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gm:spPr>
    </dgm:pt>
    <dgm:pt modelId="{1B55AA6D-649D-4145-93EB-08B866A4D4E5}" type="pres">
      <dgm:prSet presAssocID="{8B9AF88A-E1F7-4D3A-905F-87228D6A8655}" presName="L2TextContainer" presStyleLbl="revTx" presStyleIdx="8" presStyleCnt="10">
        <dgm:presLayoutVars>
          <dgm:bulletEnabled val="1"/>
        </dgm:presLayoutVars>
      </dgm:prSet>
      <dgm:spPr/>
    </dgm:pt>
    <dgm:pt modelId="{3FA5D5AE-9CAE-4D19-9765-BCEE62095312}" type="pres">
      <dgm:prSet presAssocID="{8B9AF88A-E1F7-4D3A-905F-87228D6A8655}" presName="L1TextContainer" presStyleLbl="revTx" presStyleIdx="9" presStyleCnt="10" custScaleX="85505" custLinFactNeighborX="620">
        <dgm:presLayoutVars>
          <dgm:chMax val="1"/>
          <dgm:chPref val="1"/>
          <dgm:bulletEnabled val="1"/>
        </dgm:presLayoutVars>
      </dgm:prSet>
      <dgm:spPr/>
    </dgm:pt>
    <dgm:pt modelId="{FE6CA7EB-68EC-4E76-9051-08C4CF370101}" type="pres">
      <dgm:prSet presAssocID="{8B9AF88A-E1F7-4D3A-905F-87228D6A8655}" presName="ConnectLine" presStyleLbl="sibTrans1D1" presStyleIdx="4" presStyleCnt="5"/>
      <dgm:spPr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gm:spPr>
    </dgm:pt>
    <dgm:pt modelId="{070CED43-982E-487C-9CC2-CFAEABD4D2D8}" type="pres">
      <dgm:prSet presAssocID="{8B9AF88A-E1F7-4D3A-905F-87228D6A8655}" presName="EmptyPlaceHolder" presStyleCnt="0"/>
      <dgm:spPr/>
    </dgm:pt>
  </dgm:ptLst>
  <dgm:cxnLst>
    <dgm:cxn modelId="{1E92940A-250B-4494-B40F-3DA807C7CB42}" type="presOf" srcId="{DF1ABFB3-B399-406F-91BD-DCDF9A38526B}" destId="{1B55AA6D-649D-4145-93EB-08B866A4D4E5}" srcOrd="0" destOrd="0" presId="urn:microsoft.com/office/officeart/2017/3/layout/DropPinTimeline"/>
    <dgm:cxn modelId="{C3A1C60D-63BB-4E34-AD47-96AABDB6084E}" type="presOf" srcId="{D05E1923-5021-40F7-B4EF-E582E23A699D}" destId="{223C5207-4FA2-4A6C-8F43-20BD55767C99}" srcOrd="0" destOrd="0" presId="urn:microsoft.com/office/officeart/2017/3/layout/DropPinTimeline"/>
    <dgm:cxn modelId="{5F3B0F1C-AD09-448C-A081-46D11DC987C6}" type="presOf" srcId="{8B9AF88A-E1F7-4D3A-905F-87228D6A8655}" destId="{3FA5D5AE-9CAE-4D19-9765-BCEE62095312}" srcOrd="0" destOrd="0" presId="urn:microsoft.com/office/officeart/2017/3/layout/DropPinTimeline"/>
    <dgm:cxn modelId="{E0E45028-839A-4135-AA56-517D3BAA0708}" type="presOf" srcId="{8BAB5E6F-A65E-41DB-A296-0818B0E49F7C}" destId="{7C1E6B4A-59F7-4018-A403-E1CCAEE78BA1}" srcOrd="0" destOrd="0" presId="urn:microsoft.com/office/officeart/2017/3/layout/DropPinTimeline"/>
    <dgm:cxn modelId="{1B32EF2C-9DB5-4504-A9DA-B4956CC00208}" srcId="{FA8F44BD-C8C7-462C-9756-1EC498E86842}" destId="{EFEB4D61-3A9C-4140-977F-3C3F5C9EE9D1}" srcOrd="0" destOrd="0" parTransId="{57D352E4-0431-4F68-B8F1-61BFA34799AA}" sibTransId="{0ECC32B6-1E7C-4AA4-9DBF-D69B7C5E64A9}"/>
    <dgm:cxn modelId="{0D51BD2E-4619-469B-B233-EBAC3D4D0BA6}" srcId="{05A24E01-5535-46B9-A9A1-A9A07E639A88}" destId="{FA8F44BD-C8C7-462C-9756-1EC498E86842}" srcOrd="2" destOrd="0" parTransId="{F47063EE-4B58-4EDE-A4F2-A4BD81B82F21}" sibTransId="{8C8A9736-03DA-4B1C-A590-10B4AD89452B}"/>
    <dgm:cxn modelId="{C5645B39-CB65-4A0A-B369-E455C3B827C3}" srcId="{05A24E01-5535-46B9-A9A1-A9A07E639A88}" destId="{58FF46FB-368D-4E9C-A650-0513B8879DA8}" srcOrd="0" destOrd="0" parTransId="{11DFA284-5E99-474D-BF05-364A45269DC7}" sibTransId="{CFA40740-0682-470C-AD5A-CFF53CD12BD2}"/>
    <dgm:cxn modelId="{7DDF5444-F976-4F04-88A9-CF8B15238792}" type="presOf" srcId="{58FF46FB-368D-4E9C-A650-0513B8879DA8}" destId="{8E3FB235-DF38-476B-9A0E-B1E583D50944}" srcOrd="0" destOrd="0" presId="urn:microsoft.com/office/officeart/2017/3/layout/DropPinTimeline"/>
    <dgm:cxn modelId="{1690634A-EBA7-4881-9E5F-0C82421D4CDF}" type="presOf" srcId="{FA8F44BD-C8C7-462C-9756-1EC498E86842}" destId="{2D6C7916-1130-46A8-833B-A6278CBD2192}" srcOrd="0" destOrd="0" presId="urn:microsoft.com/office/officeart/2017/3/layout/DropPinTimeline"/>
    <dgm:cxn modelId="{B659504B-18E4-4D89-A17C-34ABB280AE52}" srcId="{58FF46FB-368D-4E9C-A650-0513B8879DA8}" destId="{9A875394-CA1E-4432-AEEB-9054FCFF5E0E}" srcOrd="0" destOrd="0" parTransId="{FCC92BDD-6EA3-421D-9DA8-7D3A12D003B6}" sibTransId="{0314452B-82A0-42F4-9551-DF00CFFC3580}"/>
    <dgm:cxn modelId="{66B49C6C-FAFD-47B4-BF22-05A295C23D4E}" srcId="{05A24E01-5535-46B9-A9A1-A9A07E639A88}" destId="{8BAB5E6F-A65E-41DB-A296-0818B0E49F7C}" srcOrd="3" destOrd="0" parTransId="{886842C6-3EFC-4BE7-B417-415595758830}" sibTransId="{B407F4C3-8FC9-4E91-A0EC-6B33713CC9A5}"/>
    <dgm:cxn modelId="{15319551-A9EA-462E-845B-E5251E84291F}" srcId="{8B9AF88A-E1F7-4D3A-905F-87228D6A8655}" destId="{DF1ABFB3-B399-406F-91BD-DCDF9A38526B}" srcOrd="0" destOrd="0" parTransId="{78CB0E27-958C-4066-A189-8B36505E8204}" sibTransId="{70E4A1D3-514E-4327-991D-5CC9C6B41885}"/>
    <dgm:cxn modelId="{4876CF51-F110-4E25-8FD4-08D25B4B0AB8}" srcId="{D05E1923-5021-40F7-B4EF-E582E23A699D}" destId="{579089A8-5362-4BA4-9163-D19228C1808F}" srcOrd="0" destOrd="0" parTransId="{FB2DEB6E-B29F-4E51-960A-23ECC62EBF38}" sibTransId="{1C5328B1-AC18-4CF7-A034-BB0592F4A2A1}"/>
    <dgm:cxn modelId="{2617C475-F537-46A6-ADE1-4EB764853601}" srcId="{8BAB5E6F-A65E-41DB-A296-0818B0E49F7C}" destId="{332BC85C-1CF3-4F8F-ACB7-5B6D53744AE1}" srcOrd="0" destOrd="0" parTransId="{99F218FD-90FE-450E-A368-B3E3677E74E8}" sibTransId="{8D1CC686-B05C-4470-A959-236CC9C8BB70}"/>
    <dgm:cxn modelId="{B9F0B583-D02F-4EF4-83A8-DFD7B32B9433}" type="presOf" srcId="{9A875394-CA1E-4432-AEEB-9054FCFF5E0E}" destId="{D2143A46-815A-49BF-9455-C0385022444F}" srcOrd="0" destOrd="0" presId="urn:microsoft.com/office/officeart/2017/3/layout/DropPinTimeline"/>
    <dgm:cxn modelId="{DF6168D4-4FC3-42E4-8DAA-85BA8A678933}" type="presOf" srcId="{332BC85C-1CF3-4F8F-ACB7-5B6D53744AE1}" destId="{08CB2D5A-F46A-4E0E-9575-15F31D04AAC6}" srcOrd="0" destOrd="0" presId="urn:microsoft.com/office/officeart/2017/3/layout/DropPinTimeline"/>
    <dgm:cxn modelId="{72C4D6D9-419A-42C1-A76D-84599F65BB08}" srcId="{05A24E01-5535-46B9-A9A1-A9A07E639A88}" destId="{D05E1923-5021-40F7-B4EF-E582E23A699D}" srcOrd="1" destOrd="0" parTransId="{FD6C5CD2-9CED-4BE6-89CD-A5A5CCE63B3E}" sibTransId="{F020958C-EF86-4274-85F9-318F2792F7B6}"/>
    <dgm:cxn modelId="{C6A73EDB-89B0-4756-9ECD-83E9B8AB77E5}" type="presOf" srcId="{EFEB4D61-3A9C-4140-977F-3C3F5C9EE9D1}" destId="{96DDA0FE-83E2-423C-9F13-58A61EB68487}" srcOrd="0" destOrd="0" presId="urn:microsoft.com/office/officeart/2017/3/layout/DropPinTimeline"/>
    <dgm:cxn modelId="{FE7849EA-5B37-43C8-B217-CD4E30A8E545}" type="presOf" srcId="{05A24E01-5535-46B9-A9A1-A9A07E639A88}" destId="{6E9F3C9B-13CA-43A8-8836-0B2B41D07DEF}" srcOrd="0" destOrd="0" presId="urn:microsoft.com/office/officeart/2017/3/layout/DropPinTimeline"/>
    <dgm:cxn modelId="{E1474FF3-8E3C-4B30-985C-CE88BA0FE324}" srcId="{05A24E01-5535-46B9-A9A1-A9A07E639A88}" destId="{8B9AF88A-E1F7-4D3A-905F-87228D6A8655}" srcOrd="4" destOrd="0" parTransId="{933A8FED-7B84-4ED0-B6AA-2EE26A89B8EA}" sibTransId="{F11DD6EC-352C-4A0E-84AA-FEBE2F06BCF9}"/>
    <dgm:cxn modelId="{DC6269F4-0C31-4613-A809-E8E029CAD0D1}" type="presOf" srcId="{579089A8-5362-4BA4-9163-D19228C1808F}" destId="{B5F3F650-2E42-488A-AD4F-C4BD47D19A84}" srcOrd="0" destOrd="0" presId="urn:microsoft.com/office/officeart/2017/3/layout/DropPinTimeline"/>
    <dgm:cxn modelId="{2FED2A5E-98EB-4859-AB3F-062F22EEC890}" type="presParOf" srcId="{6E9F3C9B-13CA-43A8-8836-0B2B41D07DEF}" destId="{E8AACCBB-6709-4071-B389-3BB226B3A586}" srcOrd="0" destOrd="0" presId="urn:microsoft.com/office/officeart/2017/3/layout/DropPinTimeline"/>
    <dgm:cxn modelId="{6DE443D7-8EE2-4FBC-842D-B6B9C44204D0}" type="presParOf" srcId="{6E9F3C9B-13CA-43A8-8836-0B2B41D07DEF}" destId="{E6F74CED-5217-4282-85F1-1C12DC84731C}" srcOrd="1" destOrd="0" presId="urn:microsoft.com/office/officeart/2017/3/layout/DropPinTimeline"/>
    <dgm:cxn modelId="{C773189E-DF31-4C58-A290-F5DFD7DCF8B1}" type="presParOf" srcId="{E6F74CED-5217-4282-85F1-1C12DC84731C}" destId="{AC377099-4DAE-451C-ADE9-98036E2679B5}" srcOrd="0" destOrd="0" presId="urn:microsoft.com/office/officeart/2017/3/layout/DropPinTimeline"/>
    <dgm:cxn modelId="{04D71AD3-A9B8-46E1-AB82-BB594FCE110E}" type="presParOf" srcId="{AC377099-4DAE-451C-ADE9-98036E2679B5}" destId="{B6C94ECD-6415-4250-B4AD-F67BF5BECFB8}" srcOrd="0" destOrd="0" presId="urn:microsoft.com/office/officeart/2017/3/layout/DropPinTimeline"/>
    <dgm:cxn modelId="{4D9D677D-9448-43AF-978B-5C7E7661F4F9}" type="presParOf" srcId="{AC377099-4DAE-451C-ADE9-98036E2679B5}" destId="{0E99BB09-1B86-4308-A570-3981E6DD3A06}" srcOrd="1" destOrd="0" presId="urn:microsoft.com/office/officeart/2017/3/layout/DropPinTimeline"/>
    <dgm:cxn modelId="{C213A57E-D4AE-4C05-AA12-FE8CC1989639}" type="presParOf" srcId="{0E99BB09-1B86-4308-A570-3981E6DD3A06}" destId="{0ED6E8D6-BD44-4400-BC14-1BC75CB979A3}" srcOrd="0" destOrd="0" presId="urn:microsoft.com/office/officeart/2017/3/layout/DropPinTimeline"/>
    <dgm:cxn modelId="{927F0821-BB24-4368-A4D4-046EB89F39DD}" type="presParOf" srcId="{0E99BB09-1B86-4308-A570-3981E6DD3A06}" destId="{5B7FC7CF-F58D-48D5-8BCC-38D6EE87890B}" srcOrd="1" destOrd="0" presId="urn:microsoft.com/office/officeart/2017/3/layout/DropPinTimeline"/>
    <dgm:cxn modelId="{F517DE46-1EA2-46F3-8833-EE234EEF5B09}" type="presParOf" srcId="{AC377099-4DAE-451C-ADE9-98036E2679B5}" destId="{D2143A46-815A-49BF-9455-C0385022444F}" srcOrd="2" destOrd="0" presId="urn:microsoft.com/office/officeart/2017/3/layout/DropPinTimeline"/>
    <dgm:cxn modelId="{75F0F73C-AD49-4A34-842E-A65EF46645BA}" type="presParOf" srcId="{AC377099-4DAE-451C-ADE9-98036E2679B5}" destId="{8E3FB235-DF38-476B-9A0E-B1E583D50944}" srcOrd="3" destOrd="0" presId="urn:microsoft.com/office/officeart/2017/3/layout/DropPinTimeline"/>
    <dgm:cxn modelId="{071A2262-20BC-4D30-AB90-12B0A0FEB6EF}" type="presParOf" srcId="{AC377099-4DAE-451C-ADE9-98036E2679B5}" destId="{9AA05CE5-209F-4AD9-BE2C-2A69F76DA8F4}" srcOrd="4" destOrd="0" presId="urn:microsoft.com/office/officeart/2017/3/layout/DropPinTimeline"/>
    <dgm:cxn modelId="{0D0471BD-C944-46DB-9B0D-12B6F025E4F4}" type="presParOf" srcId="{AC377099-4DAE-451C-ADE9-98036E2679B5}" destId="{17350C28-DA10-4F3B-9FA2-0FE7C12A4ABE}" srcOrd="5" destOrd="0" presId="urn:microsoft.com/office/officeart/2017/3/layout/DropPinTimeline"/>
    <dgm:cxn modelId="{37FF9AEE-1EE5-440D-B822-B54671B03AAC}" type="presParOf" srcId="{E6F74CED-5217-4282-85F1-1C12DC84731C}" destId="{6DA7B85E-9DC6-4F3B-A2BF-09CDEEDB43BC}" srcOrd="1" destOrd="0" presId="urn:microsoft.com/office/officeart/2017/3/layout/DropPinTimeline"/>
    <dgm:cxn modelId="{3FF77B45-DC34-4E18-8B7E-49C274966E23}" type="presParOf" srcId="{E6F74CED-5217-4282-85F1-1C12DC84731C}" destId="{CF519A69-9940-494F-8406-D0D876E3CD26}" srcOrd="2" destOrd="0" presId="urn:microsoft.com/office/officeart/2017/3/layout/DropPinTimeline"/>
    <dgm:cxn modelId="{4E60349A-D4EB-4BFE-9374-0F079D59B1FC}" type="presParOf" srcId="{CF519A69-9940-494F-8406-D0D876E3CD26}" destId="{714429FF-AAA3-4358-8C5F-1A7F29AA2B7B}" srcOrd="0" destOrd="0" presId="urn:microsoft.com/office/officeart/2017/3/layout/DropPinTimeline"/>
    <dgm:cxn modelId="{0B07CD93-B91C-4CAF-B94C-3237B0C6F601}" type="presParOf" srcId="{CF519A69-9940-494F-8406-D0D876E3CD26}" destId="{AB8B1E8E-162B-4E3E-9E31-BA5CFBD3ED9D}" srcOrd="1" destOrd="0" presId="urn:microsoft.com/office/officeart/2017/3/layout/DropPinTimeline"/>
    <dgm:cxn modelId="{BB97917A-2BFB-4D8A-94BD-816B0C62D6F6}" type="presParOf" srcId="{AB8B1E8E-162B-4E3E-9E31-BA5CFBD3ED9D}" destId="{358CAA11-0A87-4861-8B4E-913B1EAD1334}" srcOrd="0" destOrd="0" presId="urn:microsoft.com/office/officeart/2017/3/layout/DropPinTimeline"/>
    <dgm:cxn modelId="{FDC4D318-B3AD-4E39-8663-3AFB57531D79}" type="presParOf" srcId="{AB8B1E8E-162B-4E3E-9E31-BA5CFBD3ED9D}" destId="{B1A1A837-F261-404B-A808-B2F4154CE8A2}" srcOrd="1" destOrd="0" presId="urn:microsoft.com/office/officeart/2017/3/layout/DropPinTimeline"/>
    <dgm:cxn modelId="{7F53703E-9DF0-45E5-AC76-7E0CCD3B06EA}" type="presParOf" srcId="{CF519A69-9940-494F-8406-D0D876E3CD26}" destId="{B5F3F650-2E42-488A-AD4F-C4BD47D19A84}" srcOrd="2" destOrd="0" presId="urn:microsoft.com/office/officeart/2017/3/layout/DropPinTimeline"/>
    <dgm:cxn modelId="{B59937ED-9C59-4BBD-AA3C-5D9159504926}" type="presParOf" srcId="{CF519A69-9940-494F-8406-D0D876E3CD26}" destId="{223C5207-4FA2-4A6C-8F43-20BD55767C99}" srcOrd="3" destOrd="0" presId="urn:microsoft.com/office/officeart/2017/3/layout/DropPinTimeline"/>
    <dgm:cxn modelId="{470C2FBB-9D40-4F2C-8107-12E2CA0E70BE}" type="presParOf" srcId="{CF519A69-9940-494F-8406-D0D876E3CD26}" destId="{4FE5EB5D-4CEF-4D0D-9394-0534E61844BE}" srcOrd="4" destOrd="0" presId="urn:microsoft.com/office/officeart/2017/3/layout/DropPinTimeline"/>
    <dgm:cxn modelId="{C1237DFD-87FD-434B-A5C8-02108EF43081}" type="presParOf" srcId="{CF519A69-9940-494F-8406-D0D876E3CD26}" destId="{EC869059-0AEC-4D98-8C46-CB603A342C72}" srcOrd="5" destOrd="0" presId="urn:microsoft.com/office/officeart/2017/3/layout/DropPinTimeline"/>
    <dgm:cxn modelId="{7A1441D0-A5AA-4E6C-9388-511DA29929BF}" type="presParOf" srcId="{E6F74CED-5217-4282-85F1-1C12DC84731C}" destId="{408BA715-9739-461D-BFDE-88EDAE355E60}" srcOrd="3" destOrd="0" presId="urn:microsoft.com/office/officeart/2017/3/layout/DropPinTimeline"/>
    <dgm:cxn modelId="{087F2A81-CFD9-4BF8-96FC-2D4ABA32462F}" type="presParOf" srcId="{E6F74CED-5217-4282-85F1-1C12DC84731C}" destId="{D512C7F9-87A6-4BA9-AFAC-03FF1578D945}" srcOrd="4" destOrd="0" presId="urn:microsoft.com/office/officeart/2017/3/layout/DropPinTimeline"/>
    <dgm:cxn modelId="{8C6217DA-A763-4946-99A2-03C618C428AF}" type="presParOf" srcId="{D512C7F9-87A6-4BA9-AFAC-03FF1578D945}" destId="{152AD014-AFD0-4700-A468-4D562874339A}" srcOrd="0" destOrd="0" presId="urn:microsoft.com/office/officeart/2017/3/layout/DropPinTimeline"/>
    <dgm:cxn modelId="{A6A34287-F5FF-46EE-9A88-F2ECF73903CE}" type="presParOf" srcId="{D512C7F9-87A6-4BA9-AFAC-03FF1578D945}" destId="{6CE2C4D8-4380-442D-A6C2-0B468BF3C74C}" srcOrd="1" destOrd="0" presId="urn:microsoft.com/office/officeart/2017/3/layout/DropPinTimeline"/>
    <dgm:cxn modelId="{D28BF9CF-F026-4786-A1AC-F4F785C54591}" type="presParOf" srcId="{6CE2C4D8-4380-442D-A6C2-0B468BF3C74C}" destId="{72C82E90-F103-439C-8371-CFFB0927B9DE}" srcOrd="0" destOrd="0" presId="urn:microsoft.com/office/officeart/2017/3/layout/DropPinTimeline"/>
    <dgm:cxn modelId="{E33A6BB5-6D3A-4D44-AEFC-75BAB101C26D}" type="presParOf" srcId="{6CE2C4D8-4380-442D-A6C2-0B468BF3C74C}" destId="{5D519322-C1DD-47AE-92C0-13575134BC76}" srcOrd="1" destOrd="0" presId="urn:microsoft.com/office/officeart/2017/3/layout/DropPinTimeline"/>
    <dgm:cxn modelId="{0BFD1614-5731-4306-81F7-E2C949C32A93}" type="presParOf" srcId="{D512C7F9-87A6-4BA9-AFAC-03FF1578D945}" destId="{96DDA0FE-83E2-423C-9F13-58A61EB68487}" srcOrd="2" destOrd="0" presId="urn:microsoft.com/office/officeart/2017/3/layout/DropPinTimeline"/>
    <dgm:cxn modelId="{06EDED26-E685-42BC-BFC2-75C7EA695E40}" type="presParOf" srcId="{D512C7F9-87A6-4BA9-AFAC-03FF1578D945}" destId="{2D6C7916-1130-46A8-833B-A6278CBD2192}" srcOrd="3" destOrd="0" presId="urn:microsoft.com/office/officeart/2017/3/layout/DropPinTimeline"/>
    <dgm:cxn modelId="{A20C8A5A-2D9A-4EF7-BC83-D5EE4B16698D}" type="presParOf" srcId="{D512C7F9-87A6-4BA9-AFAC-03FF1578D945}" destId="{4D953791-5C2F-4A75-A8F4-6ED7EAB5E015}" srcOrd="4" destOrd="0" presId="urn:microsoft.com/office/officeart/2017/3/layout/DropPinTimeline"/>
    <dgm:cxn modelId="{6780D10C-523A-4885-B5BF-84F303790098}" type="presParOf" srcId="{D512C7F9-87A6-4BA9-AFAC-03FF1578D945}" destId="{22A72E40-4DCC-4F48-AADD-29738FD37A2C}" srcOrd="5" destOrd="0" presId="urn:microsoft.com/office/officeart/2017/3/layout/DropPinTimeline"/>
    <dgm:cxn modelId="{30EAF1CE-B96B-4CA5-BF13-51DD8040A559}" type="presParOf" srcId="{E6F74CED-5217-4282-85F1-1C12DC84731C}" destId="{E168BB9F-20D9-474F-9E39-4872B40634C6}" srcOrd="5" destOrd="0" presId="urn:microsoft.com/office/officeart/2017/3/layout/DropPinTimeline"/>
    <dgm:cxn modelId="{39415FEC-72C6-4C74-A821-E354E744CD96}" type="presParOf" srcId="{E6F74CED-5217-4282-85F1-1C12DC84731C}" destId="{A62622B1-7EF4-49B6-9AC7-B54F0E2A0C74}" srcOrd="6" destOrd="0" presId="urn:microsoft.com/office/officeart/2017/3/layout/DropPinTimeline"/>
    <dgm:cxn modelId="{D67F013A-C0A0-41F6-B6F2-E904B1BB7A8F}" type="presParOf" srcId="{A62622B1-7EF4-49B6-9AC7-B54F0E2A0C74}" destId="{14282312-87CB-41BB-A02D-C594BBEF33C7}" srcOrd="0" destOrd="0" presId="urn:microsoft.com/office/officeart/2017/3/layout/DropPinTimeline"/>
    <dgm:cxn modelId="{AA55F469-83D2-4E02-B111-0206AAFCAA06}" type="presParOf" srcId="{A62622B1-7EF4-49B6-9AC7-B54F0E2A0C74}" destId="{D554C1A5-AF8E-41FC-A779-25BD6B11F91F}" srcOrd="1" destOrd="0" presId="urn:microsoft.com/office/officeart/2017/3/layout/DropPinTimeline"/>
    <dgm:cxn modelId="{033C6509-70C8-4B85-9F92-724CDBB68078}" type="presParOf" srcId="{D554C1A5-AF8E-41FC-A779-25BD6B11F91F}" destId="{17331DD9-74CF-4A3A-86BA-F4B9DBEAB944}" srcOrd="0" destOrd="0" presId="urn:microsoft.com/office/officeart/2017/3/layout/DropPinTimeline"/>
    <dgm:cxn modelId="{C7CCDF66-BA72-4EDC-AE16-CAA6317954F0}" type="presParOf" srcId="{D554C1A5-AF8E-41FC-A779-25BD6B11F91F}" destId="{515AAB83-BD07-4B9E-9A3B-858C0B126F9C}" srcOrd="1" destOrd="0" presId="urn:microsoft.com/office/officeart/2017/3/layout/DropPinTimeline"/>
    <dgm:cxn modelId="{E8437A29-F853-4553-AB29-152AF603DF52}" type="presParOf" srcId="{A62622B1-7EF4-49B6-9AC7-B54F0E2A0C74}" destId="{08CB2D5A-F46A-4E0E-9575-15F31D04AAC6}" srcOrd="2" destOrd="0" presId="urn:microsoft.com/office/officeart/2017/3/layout/DropPinTimeline"/>
    <dgm:cxn modelId="{1F3D9CE2-342F-4335-BD41-5AA59D2BD7BD}" type="presParOf" srcId="{A62622B1-7EF4-49B6-9AC7-B54F0E2A0C74}" destId="{7C1E6B4A-59F7-4018-A403-E1CCAEE78BA1}" srcOrd="3" destOrd="0" presId="urn:microsoft.com/office/officeart/2017/3/layout/DropPinTimeline"/>
    <dgm:cxn modelId="{FFF1ACE9-B2B3-4E83-877B-F9633E8EE135}" type="presParOf" srcId="{A62622B1-7EF4-49B6-9AC7-B54F0E2A0C74}" destId="{A03C5372-D306-43AC-B406-6F8183849431}" srcOrd="4" destOrd="0" presId="urn:microsoft.com/office/officeart/2017/3/layout/DropPinTimeline"/>
    <dgm:cxn modelId="{D8A09163-94A5-46BD-9FA2-C3372A01AA32}" type="presParOf" srcId="{A62622B1-7EF4-49B6-9AC7-B54F0E2A0C74}" destId="{90926F0B-05E0-48AF-9C69-5C494731F877}" srcOrd="5" destOrd="0" presId="urn:microsoft.com/office/officeart/2017/3/layout/DropPinTimeline"/>
    <dgm:cxn modelId="{80084466-50AF-445A-BE2A-0C51919B9169}" type="presParOf" srcId="{E6F74CED-5217-4282-85F1-1C12DC84731C}" destId="{9EA695E3-93D5-405B-8AF6-0B8537A964FD}" srcOrd="7" destOrd="0" presId="urn:microsoft.com/office/officeart/2017/3/layout/DropPinTimeline"/>
    <dgm:cxn modelId="{007CF318-F68B-4FFC-ADA6-3D9D6A3AA152}" type="presParOf" srcId="{E6F74CED-5217-4282-85F1-1C12DC84731C}" destId="{05956D37-804F-419D-9E8C-30D41D06DC3E}" srcOrd="8" destOrd="0" presId="urn:microsoft.com/office/officeart/2017/3/layout/DropPinTimeline"/>
    <dgm:cxn modelId="{FAB9E562-4579-4BDB-8C1D-AABEAFCB2610}" type="presParOf" srcId="{05956D37-804F-419D-9E8C-30D41D06DC3E}" destId="{58B7B786-A0AD-4662-8D54-C5C572D2C32C}" srcOrd="0" destOrd="0" presId="urn:microsoft.com/office/officeart/2017/3/layout/DropPinTimeline"/>
    <dgm:cxn modelId="{8283382D-2F6E-4717-B025-1A8C73B65ADB}" type="presParOf" srcId="{05956D37-804F-419D-9E8C-30D41D06DC3E}" destId="{E4704426-333D-4092-A035-BBC55DB8579D}" srcOrd="1" destOrd="0" presId="urn:microsoft.com/office/officeart/2017/3/layout/DropPinTimeline"/>
    <dgm:cxn modelId="{85723DC0-955B-4B2A-AF28-CF8BFFC2E264}" type="presParOf" srcId="{E4704426-333D-4092-A035-BBC55DB8579D}" destId="{A55439AF-6893-479D-8B57-31FBC13C553F}" srcOrd="0" destOrd="0" presId="urn:microsoft.com/office/officeart/2017/3/layout/DropPinTimeline"/>
    <dgm:cxn modelId="{91888A85-75D0-4D33-9F39-A49766251D61}" type="presParOf" srcId="{E4704426-333D-4092-A035-BBC55DB8579D}" destId="{A22B1C16-7FF0-4DBE-B32E-E43FEB1E2EAC}" srcOrd="1" destOrd="0" presId="urn:microsoft.com/office/officeart/2017/3/layout/DropPinTimeline"/>
    <dgm:cxn modelId="{CD06CDC2-25F5-44FB-B0B1-C39F32E155BE}" type="presParOf" srcId="{05956D37-804F-419D-9E8C-30D41D06DC3E}" destId="{1B55AA6D-649D-4145-93EB-08B866A4D4E5}" srcOrd="2" destOrd="0" presId="urn:microsoft.com/office/officeart/2017/3/layout/DropPinTimeline"/>
    <dgm:cxn modelId="{0B21D911-BF72-41CD-BB03-4F9717477846}" type="presParOf" srcId="{05956D37-804F-419D-9E8C-30D41D06DC3E}" destId="{3FA5D5AE-9CAE-4D19-9765-BCEE62095312}" srcOrd="3" destOrd="0" presId="urn:microsoft.com/office/officeart/2017/3/layout/DropPinTimeline"/>
    <dgm:cxn modelId="{80BFAECA-ADC5-41A5-BA11-A4CC8D9557A9}" type="presParOf" srcId="{05956D37-804F-419D-9E8C-30D41D06DC3E}" destId="{FE6CA7EB-68EC-4E76-9051-08C4CF370101}" srcOrd="4" destOrd="0" presId="urn:microsoft.com/office/officeart/2017/3/layout/DropPinTimeline"/>
    <dgm:cxn modelId="{98E4E629-85DB-45DC-A90A-9FAAB58EFF55}" type="presParOf" srcId="{05956D37-804F-419D-9E8C-30D41D06DC3E}" destId="{070CED43-982E-487C-9CC2-CFAEABD4D2D8}" srcOrd="5" destOrd="0" presId="urn:microsoft.com/office/officeart/2017/3/layout/DropPinTimeline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AACCBB-6709-4071-B389-3BB226B3A586}">
      <dsp:nvSpPr>
        <dsp:cNvPr id="0" name=""/>
        <dsp:cNvSpPr/>
      </dsp:nvSpPr>
      <dsp:spPr>
        <a:xfrm>
          <a:off x="0" y="2057400"/>
          <a:ext cx="11064239" cy="0"/>
        </a:xfrm>
        <a:prstGeom prst="lin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triangle" w="lg" len="lg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D6E8D6-BD44-4400-BC14-1BC75CB979A3}">
      <dsp:nvSpPr>
        <dsp:cNvPr id="0" name=""/>
        <dsp:cNvSpPr/>
      </dsp:nvSpPr>
      <dsp:spPr>
        <a:xfrm rot="8100000">
          <a:off x="67798" y="474150"/>
          <a:ext cx="302598" cy="302598"/>
        </a:xfrm>
        <a:prstGeom prst="teardrop">
          <a:avLst>
            <a:gd name="adj" fmla="val 115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B7FC7CF-F58D-48D5-8BCC-38D6EE87890B}">
      <dsp:nvSpPr>
        <dsp:cNvPr id="0" name=""/>
        <dsp:cNvSpPr/>
      </dsp:nvSpPr>
      <dsp:spPr>
        <a:xfrm>
          <a:off x="101414" y="507766"/>
          <a:ext cx="235366" cy="235366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143A46-815A-49BF-9455-C0385022444F}">
      <dsp:nvSpPr>
        <dsp:cNvPr id="0" name=""/>
        <dsp:cNvSpPr/>
      </dsp:nvSpPr>
      <dsp:spPr>
        <a:xfrm>
          <a:off x="628469" y="839419"/>
          <a:ext cx="2142549" cy="12179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95250" rIns="95250" bIns="142875" numCol="1" spcCol="1270" rtlCol="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500" b="0" kern="1200" noProof="0" dirty="0" err="1">
              <a:latin typeface="Bodoni MT" panose="02070603080606020203" pitchFamily="18" charset="77"/>
            </a:rPr>
            <a:t>Sinergizar</a:t>
          </a:r>
          <a:r>
            <a:rPr lang="pt-BR" sz="1500" b="0" kern="1200" noProof="0" dirty="0">
              <a:latin typeface="Bodoni MT" panose="02070603080606020203" pitchFamily="18" charset="77"/>
            </a:rPr>
            <a:t> o comércio eletrônico dimensionável</a:t>
          </a:r>
        </a:p>
      </dsp:txBody>
      <dsp:txXfrm>
        <a:off x="628469" y="839419"/>
        <a:ext cx="2142549" cy="1217980"/>
      </dsp:txXfrm>
    </dsp:sp>
    <dsp:sp modelId="{8E3FB235-DF38-476B-9A0E-B1E583D50944}">
      <dsp:nvSpPr>
        <dsp:cNvPr id="0" name=""/>
        <dsp:cNvSpPr/>
      </dsp:nvSpPr>
      <dsp:spPr>
        <a:xfrm>
          <a:off x="628469" y="411480"/>
          <a:ext cx="2142549" cy="4279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88900" bIns="0" numCol="1" spcCol="1270" rtlCol="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pt-BR" sz="1400" b="0" kern="1200" noProof="0" dirty="0">
              <a:solidFill>
                <a:schemeClr val="accent2">
                  <a:lumMod val="50000"/>
                </a:schemeClr>
              </a:solidFill>
              <a:latin typeface="Avenir Next LT Pro" panose="020B0504020202020204" pitchFamily="34" charset="77"/>
            </a:rPr>
            <a:t>SET 2020</a:t>
          </a:r>
        </a:p>
      </dsp:txBody>
      <dsp:txXfrm>
        <a:off x="628469" y="411480"/>
        <a:ext cx="2142549" cy="427939"/>
      </dsp:txXfrm>
    </dsp:sp>
    <dsp:sp modelId="{9AA05CE5-209F-4AD9-BE2C-2A69F76DA8F4}">
      <dsp:nvSpPr>
        <dsp:cNvPr id="0" name=""/>
        <dsp:cNvSpPr/>
      </dsp:nvSpPr>
      <dsp:spPr>
        <a:xfrm>
          <a:off x="219097" y="839419"/>
          <a:ext cx="0" cy="1217980"/>
        </a:xfrm>
        <a:prstGeom prst="line">
          <a:avLst/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C94ECD-6415-4250-B4AD-F67BF5BECFB8}">
      <dsp:nvSpPr>
        <dsp:cNvPr id="0" name=""/>
        <dsp:cNvSpPr/>
      </dsp:nvSpPr>
      <dsp:spPr>
        <a:xfrm>
          <a:off x="179840" y="2018885"/>
          <a:ext cx="77029" cy="7702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358CAA11-0A87-4861-8B4E-913B1EAD1334}">
      <dsp:nvSpPr>
        <dsp:cNvPr id="0" name=""/>
        <dsp:cNvSpPr/>
      </dsp:nvSpPr>
      <dsp:spPr>
        <a:xfrm rot="18900000">
          <a:off x="1907986" y="3338051"/>
          <a:ext cx="302598" cy="302598"/>
        </a:xfrm>
        <a:prstGeom prst="teardrop">
          <a:avLst>
            <a:gd name="adj" fmla="val 115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B1A1A837-F261-404B-A808-B2F4154CE8A2}">
      <dsp:nvSpPr>
        <dsp:cNvPr id="0" name=""/>
        <dsp:cNvSpPr/>
      </dsp:nvSpPr>
      <dsp:spPr>
        <a:xfrm>
          <a:off x="1941602" y="3371667"/>
          <a:ext cx="235366" cy="235366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F3F650-2E42-488A-AD4F-C4BD47D19A84}">
      <dsp:nvSpPr>
        <dsp:cNvPr id="0" name=""/>
        <dsp:cNvSpPr/>
      </dsp:nvSpPr>
      <dsp:spPr>
        <a:xfrm>
          <a:off x="2522807" y="2057400"/>
          <a:ext cx="2300201" cy="12179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42875" rIns="0" bIns="95250" numCol="1" spcCol="1270" rtlCol="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500" b="0" kern="1200" noProof="0" dirty="0">
              <a:latin typeface="Bodoni MT" panose="02070603080606020203" pitchFamily="18" charset="77"/>
            </a:rPr>
            <a:t>Disseminar métricas padronizadas</a:t>
          </a:r>
        </a:p>
      </dsp:txBody>
      <dsp:txXfrm>
        <a:off x="2522807" y="2057400"/>
        <a:ext cx="2300201" cy="1217980"/>
      </dsp:txXfrm>
    </dsp:sp>
    <dsp:sp modelId="{223C5207-4FA2-4A6C-8F43-20BD55767C99}">
      <dsp:nvSpPr>
        <dsp:cNvPr id="0" name=""/>
        <dsp:cNvSpPr/>
      </dsp:nvSpPr>
      <dsp:spPr>
        <a:xfrm>
          <a:off x="2522807" y="3275380"/>
          <a:ext cx="2300201" cy="4279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88900" bIns="0" numCol="1" spcCol="1270" rtlCol="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pt-BR" sz="1400" b="0" kern="1200" noProof="0" dirty="0">
              <a:solidFill>
                <a:schemeClr val="accent3">
                  <a:lumMod val="50000"/>
                </a:schemeClr>
              </a:solidFill>
              <a:latin typeface="Avenir Next LT Pro" panose="020B0504020202020204" pitchFamily="34" charset="77"/>
            </a:rPr>
            <a:t>NOV 2020</a:t>
          </a:r>
        </a:p>
      </dsp:txBody>
      <dsp:txXfrm>
        <a:off x="2522807" y="3275380"/>
        <a:ext cx="2300201" cy="427939"/>
      </dsp:txXfrm>
    </dsp:sp>
    <dsp:sp modelId="{4FE5EB5D-4CEF-4D0D-9394-0534E61844BE}">
      <dsp:nvSpPr>
        <dsp:cNvPr id="0" name=""/>
        <dsp:cNvSpPr/>
      </dsp:nvSpPr>
      <dsp:spPr>
        <a:xfrm>
          <a:off x="2059285" y="2057400"/>
          <a:ext cx="0" cy="1217980"/>
        </a:xfrm>
        <a:prstGeom prst="line">
          <a:avLst/>
        </a:pr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14429FF-AAA3-4358-8C5F-1A7F29AA2B7B}">
      <dsp:nvSpPr>
        <dsp:cNvPr id="0" name=""/>
        <dsp:cNvSpPr/>
      </dsp:nvSpPr>
      <dsp:spPr>
        <a:xfrm>
          <a:off x="2020028" y="2018885"/>
          <a:ext cx="77029" cy="7702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72C82E90-F103-439C-8371-CFFB0927B9DE}">
      <dsp:nvSpPr>
        <dsp:cNvPr id="0" name=""/>
        <dsp:cNvSpPr/>
      </dsp:nvSpPr>
      <dsp:spPr>
        <a:xfrm rot="8100000">
          <a:off x="3748174" y="474150"/>
          <a:ext cx="302598" cy="302598"/>
        </a:xfrm>
        <a:prstGeom prst="teardrop">
          <a:avLst>
            <a:gd name="adj" fmla="val 115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D519322-C1DD-47AE-92C0-13575134BC76}">
      <dsp:nvSpPr>
        <dsp:cNvPr id="0" name=""/>
        <dsp:cNvSpPr/>
      </dsp:nvSpPr>
      <dsp:spPr>
        <a:xfrm>
          <a:off x="3781790" y="507766"/>
          <a:ext cx="235366" cy="235366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DDA0FE-83E2-423C-9F13-58A61EB68487}">
      <dsp:nvSpPr>
        <dsp:cNvPr id="0" name=""/>
        <dsp:cNvSpPr/>
      </dsp:nvSpPr>
      <dsp:spPr>
        <a:xfrm>
          <a:off x="4303220" y="839419"/>
          <a:ext cx="2495834" cy="12179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95250" rIns="95250" bIns="142875" numCol="1" spcCol="1270" rtlCol="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500" b="0" kern="1200" noProof="0" dirty="0">
              <a:latin typeface="Bodoni MT" panose="02070603080606020203" pitchFamily="18" charset="77"/>
            </a:rPr>
            <a:t>Coordenar aplicativos de comércio eletrônico</a:t>
          </a:r>
        </a:p>
      </dsp:txBody>
      <dsp:txXfrm>
        <a:off x="4303220" y="839419"/>
        <a:ext cx="2495834" cy="1217980"/>
      </dsp:txXfrm>
    </dsp:sp>
    <dsp:sp modelId="{2D6C7916-1130-46A8-833B-A6278CBD2192}">
      <dsp:nvSpPr>
        <dsp:cNvPr id="0" name=""/>
        <dsp:cNvSpPr/>
      </dsp:nvSpPr>
      <dsp:spPr>
        <a:xfrm>
          <a:off x="4303220" y="411480"/>
          <a:ext cx="2495834" cy="4279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88900" bIns="0" numCol="1" spcCol="1270" rtlCol="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pt-BR" sz="1400" b="0" kern="1200" noProof="0" dirty="0">
              <a:solidFill>
                <a:schemeClr val="accent4">
                  <a:lumMod val="50000"/>
                </a:schemeClr>
              </a:solidFill>
              <a:latin typeface="Avenir Next LT Pro" panose="020B0504020202020204" pitchFamily="34" charset="77"/>
            </a:rPr>
            <a:t> JAN 2021</a:t>
          </a:r>
        </a:p>
      </dsp:txBody>
      <dsp:txXfrm>
        <a:off x="4303220" y="411480"/>
        <a:ext cx="2495834" cy="427939"/>
      </dsp:txXfrm>
    </dsp:sp>
    <dsp:sp modelId="{4D953791-5C2F-4A75-A8F4-6ED7EAB5E015}">
      <dsp:nvSpPr>
        <dsp:cNvPr id="0" name=""/>
        <dsp:cNvSpPr/>
      </dsp:nvSpPr>
      <dsp:spPr>
        <a:xfrm>
          <a:off x="3899473" y="839419"/>
          <a:ext cx="0" cy="1217980"/>
        </a:xfrm>
        <a:prstGeom prst="line">
          <a:avLst/>
        </a:pr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2AD014-AFD0-4700-A468-4D562874339A}">
      <dsp:nvSpPr>
        <dsp:cNvPr id="0" name=""/>
        <dsp:cNvSpPr/>
      </dsp:nvSpPr>
      <dsp:spPr>
        <a:xfrm>
          <a:off x="3860216" y="2018885"/>
          <a:ext cx="77029" cy="7702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7331DD9-74CF-4A3A-86BA-F4B9DBEAB944}">
      <dsp:nvSpPr>
        <dsp:cNvPr id="0" name=""/>
        <dsp:cNvSpPr/>
      </dsp:nvSpPr>
      <dsp:spPr>
        <a:xfrm rot="18900000">
          <a:off x="5588362" y="3338051"/>
          <a:ext cx="302598" cy="302598"/>
        </a:xfrm>
        <a:prstGeom prst="teardrop">
          <a:avLst>
            <a:gd name="adj" fmla="val 115000"/>
          </a:avLst>
        </a:prstGeom>
        <a:solidFill>
          <a:schemeClr val="bg2"/>
        </a:solidFill>
        <a:ln w="12700" cap="flat" cmpd="sng" algn="ctr">
          <a:solidFill>
            <a:schemeClr val="bg2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515AAB83-BD07-4B9E-9A3B-858C0B126F9C}">
      <dsp:nvSpPr>
        <dsp:cNvPr id="0" name=""/>
        <dsp:cNvSpPr/>
      </dsp:nvSpPr>
      <dsp:spPr>
        <a:xfrm>
          <a:off x="5621978" y="3371667"/>
          <a:ext cx="235366" cy="235366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CB2D5A-F46A-4E0E-9575-15F31D04AAC6}">
      <dsp:nvSpPr>
        <dsp:cNvPr id="0" name=""/>
        <dsp:cNvSpPr/>
      </dsp:nvSpPr>
      <dsp:spPr>
        <a:xfrm>
          <a:off x="6216579" y="2057400"/>
          <a:ext cx="2387442" cy="12179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42875" rIns="0" bIns="95250" numCol="1" spcCol="1270" rtlCol="0" anchor="b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500" b="0" kern="1200" noProof="0" dirty="0">
              <a:latin typeface="Bodoni MT" panose="02070603080606020203" pitchFamily="18" charset="77"/>
            </a:rPr>
            <a:t>Promover metodologias holisticamente superiores</a:t>
          </a:r>
        </a:p>
      </dsp:txBody>
      <dsp:txXfrm>
        <a:off x="6216579" y="2057400"/>
        <a:ext cx="2387442" cy="1217980"/>
      </dsp:txXfrm>
    </dsp:sp>
    <dsp:sp modelId="{7C1E6B4A-59F7-4018-A403-E1CCAEE78BA1}">
      <dsp:nvSpPr>
        <dsp:cNvPr id="0" name=""/>
        <dsp:cNvSpPr/>
      </dsp:nvSpPr>
      <dsp:spPr>
        <a:xfrm>
          <a:off x="6216579" y="3275380"/>
          <a:ext cx="2387442" cy="4279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88900" bIns="0" numCol="1" spcCol="1270" rtlCol="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pt-BR" sz="1400" b="0" kern="1200" noProof="0" dirty="0">
              <a:solidFill>
                <a:schemeClr val="bg2">
                  <a:lumMod val="50000"/>
                </a:schemeClr>
              </a:solidFill>
              <a:latin typeface="Avenir Next LT Pro" panose="020B0504020202020204" pitchFamily="34" charset="77"/>
            </a:rPr>
            <a:t>MARÇO DE 2021</a:t>
          </a:r>
        </a:p>
      </dsp:txBody>
      <dsp:txXfrm>
        <a:off x="6216579" y="3275380"/>
        <a:ext cx="2387442" cy="427939"/>
      </dsp:txXfrm>
    </dsp:sp>
    <dsp:sp modelId="{A03C5372-D306-43AC-B406-6F8183849431}">
      <dsp:nvSpPr>
        <dsp:cNvPr id="0" name=""/>
        <dsp:cNvSpPr/>
      </dsp:nvSpPr>
      <dsp:spPr>
        <a:xfrm>
          <a:off x="5739661" y="2057400"/>
          <a:ext cx="0" cy="1217980"/>
        </a:xfrm>
        <a:prstGeom prst="line">
          <a:avLst/>
        </a:prstGeom>
        <a:noFill/>
        <a:ln w="12700" cap="flat" cmpd="sng" algn="ctr">
          <a:solidFill>
            <a:schemeClr val="bg2"/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4282312-87CB-41BB-A02D-C594BBEF33C7}">
      <dsp:nvSpPr>
        <dsp:cNvPr id="0" name=""/>
        <dsp:cNvSpPr/>
      </dsp:nvSpPr>
      <dsp:spPr>
        <a:xfrm>
          <a:off x="5700404" y="2018885"/>
          <a:ext cx="77029" cy="77029"/>
        </a:xfrm>
        <a:prstGeom prst="ellipse">
          <a:avLst/>
        </a:prstGeom>
        <a:solidFill>
          <a:schemeClr val="bg2"/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55439AF-6893-479D-8B57-31FBC13C553F}">
      <dsp:nvSpPr>
        <dsp:cNvPr id="0" name=""/>
        <dsp:cNvSpPr/>
      </dsp:nvSpPr>
      <dsp:spPr>
        <a:xfrm rot="8100000">
          <a:off x="7428550" y="474150"/>
          <a:ext cx="302598" cy="302598"/>
        </a:xfrm>
        <a:prstGeom prst="teardrop">
          <a:avLst>
            <a:gd name="adj" fmla="val 115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A22B1C16-7FF0-4DBE-B32E-E43FEB1E2EAC}">
      <dsp:nvSpPr>
        <dsp:cNvPr id="0" name=""/>
        <dsp:cNvSpPr/>
      </dsp:nvSpPr>
      <dsp:spPr>
        <a:xfrm>
          <a:off x="7462166" y="507766"/>
          <a:ext cx="235366" cy="235366"/>
        </a:xfrm>
        <a:prstGeom prst="ellipse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55AA6D-649D-4145-93EB-08B866A4D4E5}">
      <dsp:nvSpPr>
        <dsp:cNvPr id="0" name=""/>
        <dsp:cNvSpPr/>
      </dsp:nvSpPr>
      <dsp:spPr>
        <a:xfrm>
          <a:off x="8034988" y="839419"/>
          <a:ext cx="2621055" cy="12179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95250" rIns="95250" bIns="142875" numCol="1" spcCol="1270" rtlCol="0" anchor="t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500" b="0" kern="1200" noProof="0" dirty="0">
              <a:latin typeface="Bodoni MT" panose="02070603080606020203" pitchFamily="18" charset="77"/>
            </a:rPr>
            <a:t>Implantar redes estratégicas com necessidades de comércio eletrônico convincentes</a:t>
          </a:r>
          <a:endParaRPr lang="pt-BR" sz="1500" b="1" kern="1200" noProof="0" dirty="0">
            <a:latin typeface="Bodoni MT" panose="02070603080606020203" pitchFamily="18" charset="77"/>
          </a:endParaRPr>
        </a:p>
      </dsp:txBody>
      <dsp:txXfrm>
        <a:off x="8034988" y="839419"/>
        <a:ext cx="2621055" cy="1217980"/>
      </dsp:txXfrm>
    </dsp:sp>
    <dsp:sp modelId="{3FA5D5AE-9CAE-4D19-9765-BCEE62095312}">
      <dsp:nvSpPr>
        <dsp:cNvPr id="0" name=""/>
        <dsp:cNvSpPr/>
      </dsp:nvSpPr>
      <dsp:spPr>
        <a:xfrm>
          <a:off x="8034988" y="411480"/>
          <a:ext cx="2621055" cy="4279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88900" bIns="0" numCol="1" spcCol="1270" rtlCol="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pt-BR" sz="1400" b="0" kern="1200" noProof="0" dirty="0">
              <a:solidFill>
                <a:schemeClr val="accent6">
                  <a:lumMod val="50000"/>
                </a:schemeClr>
              </a:solidFill>
              <a:latin typeface="Avenir Next LT Pro" panose="020B0504020202020204" pitchFamily="34" charset="77"/>
            </a:rPr>
            <a:t>MAIO DE 2021</a:t>
          </a:r>
        </a:p>
      </dsp:txBody>
      <dsp:txXfrm>
        <a:off x="8034988" y="411480"/>
        <a:ext cx="2621055" cy="427939"/>
      </dsp:txXfrm>
    </dsp:sp>
    <dsp:sp modelId="{FE6CA7EB-68EC-4E76-9051-08C4CF370101}">
      <dsp:nvSpPr>
        <dsp:cNvPr id="0" name=""/>
        <dsp:cNvSpPr/>
      </dsp:nvSpPr>
      <dsp:spPr>
        <a:xfrm>
          <a:off x="7579849" y="839419"/>
          <a:ext cx="0" cy="1217980"/>
        </a:xfrm>
        <a:prstGeom prst="line">
          <a:avLst/>
        </a:pr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dash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B7B786-A0AD-4662-8D54-C5C572D2C32C}">
      <dsp:nvSpPr>
        <dsp:cNvPr id="0" name=""/>
        <dsp:cNvSpPr/>
      </dsp:nvSpPr>
      <dsp:spPr>
        <a:xfrm>
          <a:off x="7540592" y="2018885"/>
          <a:ext cx="77029" cy="7702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7/3/layout/DropPinTimeline">
  <dgm:title val="Linha do Tempo de Fixar Alfinete"/>
  <dgm:desc val="Use para mostrar uma lista de eventos em ordem cronológica. Uma caixa invisível ao lado do pino contém a data e a descrição é imediatamente abaixo. Ela pode exibir uma grande quantidade de texto e formato de data de comprimento médio."/>
  <dgm:catLst>
    <dgm:cat type="timeline" pri="500"/>
    <dgm:cat type="process" pri="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">
    <dgm:varLst>
      <dgm:chMax/>
      <dgm:chPref/>
      <dgm:animLvl val="lvl"/>
    </dgm:varLst>
    <dgm:alg type="composite"/>
    <dgm:shape xmlns:r="http://schemas.openxmlformats.org/officeDocument/2006/relationships" r:blip="">
      <dgm:adjLst/>
    </dgm:shape>
    <dgm:constrLst>
      <dgm:constr type="w" for="ch" forName="divider" refType="w"/>
      <dgm:constr type="h" for="ch" forName="divider"/>
      <dgm:constr type="ctrY" for="ch" forName="divider" refType="h" fact="0.5"/>
      <dgm:constr type="l" for="ch" forName="divider"/>
      <dgm:constr type="w" for="ch" forName="nodes" refType="w"/>
      <dgm:constr type="h" for="ch" forName="nodes" refType="h" fact="0.8"/>
      <dgm:constr type="ctrY" for="ch" forName="nodes" refType="h" fact="0.5"/>
    </dgm:constrLst>
    <dgm:layoutNode name="divider" styleLbl="fgAcc1">
      <dgm:alg type="sp"/>
      <dgm:choose name="ArrowShape">
        <dgm:if name="ArrowShapeLTR" func="var" arg="dir" op="equ" val="norm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 w="19050">
                    <a:solidFill>
                      <a:srgbClr val="000000"/>
                    </a:solidFill>
                    <a:tailEnd type="triangle" w="lg" len="lg"/>
                  </a:ln>
                </dgm1612:spPr>
              </a:ext>
            </dgm:extLst>
          </dgm:shape>
        </dgm:if>
        <dgm:else name="ArrowShapeRTL">
          <dgm:shape xmlns:r="http://schemas.openxmlformats.org/officeDocument/2006/relationships" type="line" r:blip="" zOrderOff="-1">
            <dgm:adjLst/>
            <dgm:extLst>
              <a:ext uri="{B698B0E9-8C71-41B9-8309-B3DCBF30829C}">
                <dgm1612:spPr xmlns:dgm1612="http://schemas.microsoft.com/office/drawing/2016/12/diagram">
                  <a:ln>
                    <a:solidFill>
                      <a:srgbClr val="000000"/>
                    </a:solidFill>
                    <a:headEnd type="triangle" w="lg" len="lg"/>
                  </a:ln>
                </dgm1612:spPr>
              </a:ext>
            </dgm:extLst>
          </dgm:shape>
        </dgm:else>
      </dgm:choose>
      <dgm:presOf/>
      <dgm:constrLst/>
      <dgm:ruleLst/>
    </dgm:layoutNode>
    <dgm:layoutNode name="nodes">
      <dgm:varLst>
        <dgm:chMax/>
        <dgm:chPref/>
        <dgm:animLvl val="lvl"/>
      </dgm:varLst>
      <dgm:choose name="Name1">
        <dgm:if name="Name2" func="var" arg="dir" op="equ" val="norm">
          <dgm:alg type="lin"/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constrLst>
        <dgm:constr type="primFontSz" for="des" forName="L1TextContainer" val="20"/>
        <dgm:constr type="primFontSz" for="des" forName="L2TextContainer" refType="primFontSz" refFor="des" refForName="L1TextContainer" op="equ" fact="0.75"/>
        <dgm:constr type="w" for="ch" forName="composite" refType="w"/>
        <dgm:constr type="h" for="ch" forName="composite" refType="h"/>
        <dgm:constr type="w" for="ch" forName="spaceBetweenRectangles" refType="w" refFor="ch" refForName="composite" fact="-0.5"/>
        <dgm:constr type="w" for="ch" ptType="sibTrans" op="equ"/>
        <dgm:constr type="primFontSz" for="des" forName="L1TextContainer" op="equ"/>
        <dgm:constr type="primFontSz" for="des" forName="L2TextContainer" op="equ"/>
        <dgm:constr type="primFontSz" for="des" forName="L1TextContainer1" val="20"/>
        <dgm:constr type="primFontSz" for="des" forName="L2TextContainer1" refType="primFontSz" refFor="des" refForName="L1TextContainer1" op="equ" fact="0.75"/>
        <dgm:constr type="w" for="ch" forName="composite1" refType="w"/>
        <dgm:constr type="h" for="ch" forName="composite1" refType="h"/>
        <dgm:constr type="w" for="ch" forName="spaceBetweenRectangles1" refType="w" refFor="ch" refForName="composite1" fact="0.28"/>
        <dgm:constr type="primFontSz" for="des" forName="L1TextContainer1" op="equ"/>
        <dgm:constr type="primFontSz" for="des" forName="L2TextContainer1" op="equ"/>
      </dgm:constrLst>
      <dgm:choose name="LayoutBasedOnCountOfNodes">
        <dgm:if name="LessThanOrEqualToTwoNodes" axis="ch" ptType="node" func="cnt" op="lte" val="2">
          <dgm:forEach name="nodesForEach1" axis="ch" ptType="node">
            <dgm:layoutNode name="composite1">
              <dgm:alg type="composite"/>
              <dgm:shape xmlns:r="http://schemas.openxmlformats.org/officeDocument/2006/relationships" r:blip="">
                <dgm:adjLst/>
              </dgm:shape>
              <dgm:choose name="CaseForLayoutDirection1">
                <dgm:if name="CaseForLayoutDirectionLTR1" func="var" arg="dir" op="equ" val="norm">
                  <dgm:choose name="CaseForPlacingNodesAboveAndBelowDividerLTR1">
                    <dgm:if name="CaseForPlacingNodeAboveDividerLTR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LTR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if>
                <dgm:else name="CaseForLayoutDirectionRTL1">
                  <dgm:choose name="CaseForPlacingNodesAboveAndBelowDividerRTL1">
                    <dgm:if name="CaseForPlacingNodeAboveDividerRTL1" axis="self" ptType="node" func="posOdd" op="equ" val="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t" for="ch" forName="DropPinPlaceHolder1" refType="h" fact="0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t" for="ch" forName="L2TextContainer1" refType="b" refFor="ch" refForName="DropPinPlaceHolder1"/>
                        <dgm:constr type="b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b" for="ch" forName="ConnectLine1" refType="h" fact="0.5"/>
                        <dgm:constr type="t" for="ch" forName="ConnectLine1" refType="b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.5"/>
                      </dgm:constrLst>
                    </dgm:if>
                    <dgm:else name="CaseForPlacingNodeBelowDividerRTL1">
                      <dgm:constrLst>
                        <dgm:constr type="w" for="ch" forName="ConnectorPoint1" refType="h" refFor="ch" refForName="DropPinPlaceHolder1" fact="0.18"/>
                        <dgm:constr type="h" for="ch" forName="ConnectorPoint1" refType="h" refFor="ch" refForName="DropPinPlaceHolder1" fact="0.18"/>
                        <dgm:constr type="ctrX" for="ch" forName="ConnectorPoint1" refType="ctrX" refFor="ch" refForName="ConnectLine1"/>
                        <dgm:constr type="ctrY" for="ch" forName="ConnectorPoint1" refType="h" fact="0.5"/>
                        <dgm:constr type="w" for="ch" forName="DropPinPlaceHolder1" refType="h" fact="0.13"/>
                        <dgm:constr type="h" for="ch" forName="DropPinPlaceHolder1" refType="h" fact="0.13"/>
                        <dgm:constr type="b" for="ch" forName="DropPinPlaceHolder1" refType="h"/>
                        <dgm:constr type="l" for="ch" forName="DropPinPlaceHolder1" refType="w" fact="0"/>
                        <dgm:constr type="w" for="ch" forName="L2TextContainer1" refType="w" fact="0.83"/>
                        <dgm:constr type="l" for="ch" forName="L2TextContainer1" refType="r" refFor="ch" refForName="DropPinPlaceHolder1"/>
                        <dgm:constr type="b" for="ch" forName="L2TextContainer1" refType="t" refFor="ch" refForName="DropPinPlaceHolder1"/>
                        <dgm:constr type="t" for="ch" forName="L2TextContainer1" refType="h" fact="0.5"/>
                        <dgm:constr type="w" for="ch" forName="L1TextContainer1" refType="w" fact="0.83"/>
                        <dgm:constr type="l" for="ch" forName="L1TextContainer1" refType="r" refFor="ch" refForName="DropPinPlaceHolder1"/>
                        <dgm:constr type="b" for="ch" forName="L1TextContainer1" refType="b" refFor="ch" refForName="DropPinPlaceHolder1"/>
                        <dgm:constr type="t" for="ch" forName="L1TextContainer1" refType="t" refFor="ch" refForName="DropPinPlaceHolder1"/>
                        <dgm:constr type="w" for="ch" forName="ConnectLine1"/>
                        <dgm:constr type="ctrX" for="ch" forName="ConnectLine1" refType="ctrX" refFor="ch" refForName="DropPinPlaceHolder1"/>
                        <dgm:constr type="t" for="ch" forName="ConnectLine1" refType="h" fact="0.5"/>
                        <dgm:constr type="b" for="ch" forName="ConnectLine1" refType="t" refFor="ch" refForName="DropPinPlaceHolder1"/>
                        <dgm:constr type="w" for="ch" forName="EmptyPlaceHolder1" refType="w"/>
                        <dgm:constr type="h" for="ch" forName="EmptyPlaceHolder1" refType="h" fact="0.5"/>
                        <dgm:constr type="t" for="ch" forName="EmptyPlaceHolder1" refType="h" fact="0"/>
                      </dgm:constrLst>
                    </dgm:else>
                  </dgm:choose>
                </dgm:else>
              </dgm:choose>
              <dgm:layoutNode name="ConnectorPoint1" styleLbl="lnNode1" moveWith="ConnectLine1">
                <dgm:alg type="sp"/>
                <dgm:shape xmlns:r="http://schemas.openxmlformats.org/officeDocument/2006/relationships" type="ellipse" r:blip="" zOrderOff="10">
                  <dgm:adjLst/>
                </dgm:shape>
                <dgm:presOf/>
                <dgm:constrLst>
                  <dgm:constr type="w" refType="h" op="equ"/>
                </dgm:constrLst>
              </dgm:layoutNode>
              <dgm:layoutNode name="DropPinPlaceHolder1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1" refType="w"/>
                  <dgm:constr type="h" for="ch" forName="DropPin1" refType="h"/>
                  <dgm:constr type="ctrX" for="ch" forName="DropPin1" refType="w" fact="0.5"/>
                  <dgm:constr type="ctrY" for="ch" forName="DropPin1" refType="h" fact="0.5"/>
                  <dgm:constr type="w" for="ch" forName="Ellipse1" refType="w" refFor="ch" refForName="DropPin1" fact="0.55"/>
                  <dgm:constr type="h" for="ch" forName="Ellipse1" refType="w" refFor="ch" refForName="DropPin1" fact="0.55"/>
                  <dgm:constr type="ctrX" for="ch" forName="Ellipse1" refType="ctrX" refFor="ch" refForName="DropPin1"/>
                  <dgm:constr type="ctrY" for="ch" forName="Ellipse1" refType="ctrY" refFor="ch" refForName="DropPin1"/>
                </dgm:constrLst>
                <dgm:layoutNode name="DropPin1" styleLbl="alignNode1">
                  <dgm:alg type="sp"/>
                  <dgm:choose name="CaseForPlacingTearDropAboveAndBelowDivider1">
                    <dgm:if name="CaseForPlacingTearDropAboveDivider1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1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1" styleLbl="fgAcc1" moveWith="DropPin1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1" styleLbl="revTx" moveWith="L1TextContainer">
                <dgm:varLst>
                  <dgm:bulletEnabled val="1"/>
                </dgm:varLst>
                <dgm:choose name="casesForTxtDirLogic1">
                  <dgm:if name="Name771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5"/>
                      <dgm:constr type="bMarg" refType="primFontSz" fact="0.75"/>
                    </dgm:constrLst>
                  </dgm:if>
                  <dgm:else name="Name881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1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1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1" axis="followSib" ptType="sibTrans" cnt="1">
              <dgm:layoutNode name="spaceBetweenRectangles1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if>
        <dgm:else name="MoreThanTwoNodes">
          <dgm:forEach name="nodesForEach" axis="ch" ptType="node">
            <dgm:layoutNode name="composite">
              <dgm:alg type="composite"/>
              <dgm:shape xmlns:r="http://schemas.openxmlformats.org/officeDocument/2006/relationships" r:blip="">
                <dgm:adjLst/>
              </dgm:shape>
              <dgm:choose name="CaseForLayoutDirection">
                <dgm:if name="CaseForLayoutDirectionLTR" func="var" arg="dir" op="equ" val="norm">
                  <dgm:choose name="CaseForPlacingNodesAboveAndBelowDividerLTR">
                    <dgm:if name="CaseForPlacingNodeAboveDividerLTR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LTR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ConnectLine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if>
                <dgm:else name="CaseForLayoutDirectionRTL">
                  <dgm:choose name="CaseForPlacingNodesAboveAndBelowDividerRTL">
                    <dgm:if name="CaseForPlacingNodeAboveDividerRTL" axis="self" ptType="node" func="posOdd" op="equ" val="1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t" for="ch" forName="DropPinPlaceHolder" refType="h" fact="0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t" for="ch" forName="L2TextContainer" refType="b" refFor="ch" refForName="DropPinPlaceHolder"/>
                        <dgm:constr type="b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b" for="ch" forName="ConnectLine" refType="h" fact="0.5"/>
                        <dgm:constr type="t" for="ch" forName="ConnectLine" refType="b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.5"/>
                      </dgm:constrLst>
                    </dgm:if>
                    <dgm:else name="CaseForPlacingNodeBelowDividerRTL">
                      <dgm:constrLst>
                        <dgm:constr type="w" for="ch" forName="ConnectorPoint" refType="h" refFor="ch" refForName="DropPinPlaceHolder" fact="0.18"/>
                        <dgm:constr type="h" for="ch" forName="ConnectorPoint" refType="h" refFor="ch" refForName="DropPinPlaceHolder" fact="0.18"/>
                        <dgm:constr type="ctrX" for="ch" forName="ConnectorPoint" refType="ctrX" refFor="ch" refForName="DropPinPlaceHolder"/>
                        <dgm:constr type="ctrY" for="ch" forName="ConnectorPoint" refType="h" fact="0.5"/>
                        <dgm:constr type="w" for="ch" forName="DropPinPlaceHolder" refType="h" fact="0.13"/>
                        <dgm:constr type="h" for="ch" forName="DropPinPlaceHolder" refType="h" fact="0.13"/>
                        <dgm:constr type="b" for="ch" forName="DropPinPlaceHolder" refType="h"/>
                        <dgm:constr type="l" for="ch" forName="DropPinPlaceHolder" refType="w" fact="0"/>
                        <dgm:constr type="w" for="ch" forName="L2TextContainer" refType="w" fact="0.83"/>
                        <dgm:constr type="l" for="ch" forName="L2TextContainer" refType="r" refFor="ch" refForName="DropPinPlaceHolder"/>
                        <dgm:constr type="b" for="ch" forName="L2TextContainer" refType="t" refFor="ch" refForName="DropPinPlaceHolder"/>
                        <dgm:constr type="t" for="ch" forName="L2TextContainer" refType="h" fact="0.5"/>
                        <dgm:constr type="w" for="ch" forName="L1TextContainer" refType="w" fact="0.83"/>
                        <dgm:constr type="l" for="ch" forName="L1TextContainer" refType="r" refFor="ch" refForName="DropPinPlaceHolder"/>
                        <dgm:constr type="b" for="ch" forName="L1TextContainer" refType="b" refFor="ch" refForName="DropPinPlaceHolder"/>
                        <dgm:constr type="t" for="ch" forName="L1TextContainer" refType="t" refFor="ch" refForName="DropPinPlaceHolder"/>
                        <dgm:constr type="w" for="ch" forName="ConnectLine"/>
                        <dgm:constr type="ctrX" for="ch" forName="ConnectLine" refType="ctrX" refFor="ch" refForName="DropPinPlaceHolder"/>
                        <dgm:constr type="t" for="ch" forName="ConnectLine" refType="h" fact="0.5"/>
                        <dgm:constr type="b" for="ch" forName="ConnectLine" refType="t" refFor="ch" refForName="DropPinPlaceHolder"/>
                        <dgm:constr type="w" for="ch" forName="EmptyPlaceHolder" refType="w"/>
                        <dgm:constr type="h" for="ch" forName="EmptyPlaceHolder" refType="h" fact="0.5"/>
                        <dgm:constr type="t" for="ch" forName="EmptyPlaceHolder" refType="h" fact="0"/>
                      </dgm:constrLst>
                    </dgm:else>
                  </dgm:choose>
                </dgm:else>
              </dgm:choose>
              <dgm:layoutNode name="ConnectorPoint" styleLbl="lnNode1" moveWith="ConnectLine">
                <dgm:alg type="sp"/>
                <dgm:shape xmlns:r="http://schemas.openxmlformats.org/officeDocument/2006/relationships" type="ellipse" r:blip="" zOrderOff="10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6350"/>
                      </dgm1612:spPr>
                    </a:ext>
                  </dgm:extLst>
                </dgm:shape>
                <dgm:presOf/>
                <dgm:constrLst>
                  <dgm:constr type="w" refType="h" op="equ"/>
                </dgm:constrLst>
              </dgm:layoutNode>
              <dgm:layoutNode name="DropPinPlaceHolder">
                <dgm:alg type="composite"/>
                <dgm:shape xmlns:r="http://schemas.openxmlformats.org/officeDocument/2006/relationships" r:blip="">
                  <dgm:adjLst/>
                </dgm:shape>
                <dgm:constrLst>
                  <dgm:constr type="w" for="ch" forName="DropPin" refType="w"/>
                  <dgm:constr type="h" for="ch" forName="DropPin" refType="h"/>
                  <dgm:constr type="ctrX" for="ch" forName="DropPin" refType="w" fact="0.5"/>
                  <dgm:constr type="ctrY" for="ch" forName="DropPin" refType="h" fact="0.5"/>
                  <dgm:constr type="w" for="ch" forName="Ellipse" refType="w" refFor="ch" refForName="DropPin" fact="0.55"/>
                  <dgm:constr type="h" for="ch" forName="Ellipse" refType="w" refFor="ch" refForName="DropPin" fact="0.55"/>
                  <dgm:constr type="ctrX" for="ch" forName="Ellipse" refType="ctrX" refFor="ch" refForName="DropPin"/>
                  <dgm:constr type="ctrY" for="ch" forName="Ellipse" refType="ctrY" refFor="ch" refForName="DropPin"/>
                </dgm:constrLst>
                <dgm:layoutNode name="DropPin" styleLbl="alignNode1">
                  <dgm:alg type="sp"/>
                  <dgm:choose name="CaseForPlacingTearDropAboveAndBelowDivider">
                    <dgm:if name="CaseForPlacingTearDropAboveDivider" axis="self" ptType="node" func="posOdd" op="equ" val="1">
                      <dgm:shape xmlns:r="http://schemas.openxmlformats.org/officeDocument/2006/relationships" rot="135" type="teardrop" r:blip="">
                        <dgm:adjLst>
                          <dgm:adj idx="1" val="1.15"/>
                        </dgm:adjLst>
                      </dgm:shape>
                    </dgm:if>
                    <dgm:else name="CaseForPlacingTearDropBelowDivider">
                      <dgm:shape xmlns:r="http://schemas.openxmlformats.org/officeDocument/2006/relationships" rot="-45" type="teardrop" r:blip="">
                        <dgm:adjLst>
                          <dgm:adj idx="1" val="1.15"/>
                        </dgm:adjLst>
                      </dgm:shape>
                    </dgm:else>
                  </dgm:choose>
                  <dgm:presOf/>
                  <dgm:constrLst/>
                </dgm:layoutNode>
                <dgm:layoutNode name="Ellipse" styleLbl="fgAcc1" moveWith="DropPin">
                  <dgm:alg type="sp"/>
                  <dgm:shape xmlns:r="http://schemas.openxmlformats.org/officeDocument/2006/relationships" type="ellipse" r:blip="">
                    <dgm:adjLst/>
                    <dgm:extLst>
                      <a:ext uri="{B698B0E9-8C71-41B9-8309-B3DCBF30829C}">
                        <dgm1612:spPr xmlns:dgm1612="http://schemas.microsoft.com/office/drawing/2016/12/diagram">
                          <a:ln>
                            <a:noFill/>
                          </a:ln>
                        </dgm1612:spPr>
                      </a:ext>
                    </dgm:extLst>
                  </dgm:shape>
                  <dgm:presOf/>
                  <dgm:constrLst/>
                </dgm:layoutNode>
              </dgm:layoutNode>
              <dgm:layoutNode name="L2TextContainer" styleLbl="revTx" moveWith="L1TextContainer">
                <dgm:varLst>
                  <dgm:bulletEnabled val="1"/>
                </dgm:varLst>
                <dgm:choose name="casesForTxtDirLogic">
                  <dgm:if name="Name77" axis="self" ptType="node" func="posOdd" op="equ" val="1">
                    <dgm:alg type="tx">
                      <dgm:param type="txAnchorVert" val="t"/>
                      <dgm:param type="parTxLTRAlign" val="l"/>
                      <dgm:param type="parTxRTLAlign" val="l"/>
                      <dgm:param type="txAnchorVertCh" val="t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 refType="primFontSz" fact="0.5"/>
                      <dgm:constr type="tMarg" refType="primFontSz" fact="0.5"/>
                      <dgm:constr type="bMarg" refType="primFontSz" fact="0.75"/>
                    </dgm:constrLst>
                  </dgm:if>
                  <dgm:else name="Name88">
                    <dgm:alg type="tx">
                      <dgm:param type="txAnchorVert" val="b"/>
                      <dgm:param type="parTxLTRAlign" val="l"/>
                      <dgm:param type="parTxRTLAlign" val="l"/>
                      <dgm:param type="txAnchorVertCh" val="b"/>
                      <dgm:param type="shpTxRTLAlignCh" val="l"/>
                      <dgm:param type="shpTxLTRAlignCh" val="l"/>
                    </dgm:alg>
                    <dgm:constrLst>
                      <dgm:constr type="lMarg"/>
                      <dgm:constr type="rMarg"/>
                      <dgm:constr type="tMarg" refType="primFontSz" fact="0.75"/>
                      <dgm:constr type="bMarg" refType="primFontSz" fact="0.5"/>
                    </dgm:constrLst>
                  </dgm:else>
                </dgm:choose>
                <dgm:shape xmlns:r="http://schemas.openxmlformats.org/officeDocument/2006/relationships" type="rect" r:blip="">
                  <dgm:adjLst/>
                </dgm:shape>
                <dgm:presOf axis="des" ptType="node"/>
                <dgm:ruleLst>
                  <dgm:rule type="primFontSz" val="11" fact="NaN" max="NaN"/>
                </dgm:ruleLst>
              </dgm:layoutNode>
              <dgm:layoutNode name="L1TextContainer" styleLbl="revTx">
                <dgm:varLst>
                  <dgm:chMax val="1"/>
                  <dgm:chPref val="1"/>
                  <dgm:bulletEnabled val="1"/>
                </dgm:varLst>
                <dgm:alg type="tx">
                  <dgm:param type="txAnchorVert" val="mid"/>
                  <dgm:param type="parTxLTRAlign" val="l"/>
                  <dgm:param type="parTxRTLAlign" val="l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lMarg"/>
                  <dgm:constr type="rMarg" refType="primFontSz" fact="0.5"/>
                  <dgm:constr type="tMarg"/>
                  <dgm:constr type="bMarg"/>
                </dgm:constrLst>
                <dgm:ruleLst>
                  <dgm:rule type="primFontSz" val="13" fact="NaN" max="NaN"/>
                </dgm:ruleLst>
              </dgm:layoutNode>
              <dgm:layoutNode name="ConnectLine" styleLbl="sibTrans1D1">
                <dgm:alg type="sp"/>
                <dgm:shape xmlns:r="http://schemas.openxmlformats.org/officeDocument/2006/relationships" type="line" r:blip="">
                  <dgm:adjLst/>
                  <dgm:extLst>
                    <a:ext uri="{B698B0E9-8C71-41B9-8309-B3DCBF30829C}">
                      <dgm1612:spPr xmlns:dgm1612="http://schemas.microsoft.com/office/drawing/2016/12/diagram">
                        <a:ln w="12700">
                          <a:prstDash val="dash"/>
                        </a:ln>
                      </dgm1612:spPr>
                    </a:ext>
                  </dgm:extLst>
                </dgm:shape>
                <dgm:presOf/>
                <dgm:constrLst/>
              </dgm:layoutNode>
              <dgm:layoutNode name="EmptyPlaceHolder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</dgm:layoutNode>
            </dgm:layoutNode>
            <dgm:forEach name="Name28" axis="followSib" ptType="sibTrans" cnt="1">
              <dgm:layoutNode name="spaceBetweenRectangles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forEach>
          </dgm:forEach>
        </dgm:else>
      </dgm:choose>
    </dgm:layoutNode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C1031E8A-CF84-4732-8D35-3D2895D0A4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E19B421-B688-4474-833E-B8E5A11D86C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E772C96-AF7B-461A-93F1-E5A64CB313EA}" type="datetime1">
              <a:rPr lang="pt-BR" smtClean="0"/>
              <a:t>27/01/2026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10D9811-8024-41AF-B0E3-ADEAB28E223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D288F8F7-8FD9-4330-81DB-53C4324300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D4C8993-06F1-4105-B80F-22BBB2D599B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050182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69F0B7-85E1-46F0-9201-968C8E4DEE0F}" type="datetime1">
              <a:rPr lang="pt-BR" smtClean="0"/>
              <a:pPr/>
              <a:t>27/01/2026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3D1BA25-45AC-0C48-96BD-5DDCEEC5AF57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76670151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3614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02764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783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0708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61703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97305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13452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5D933-EB7D-3403-B5CC-D2FB3C077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5D0AE0-3BD9-EC47-8855-59568C5B8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3A83578-CCB1-5182-A262-4C54D32D7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F84233D-9212-604D-DB8B-B069A9E61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21077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15832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6937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13780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156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970B994C-A700-4648-A4D6-B500A702200B}"/>
              </a:ext>
            </a:extLst>
          </p:cNvPr>
          <p:cNvSpPr/>
          <p:nvPr userDrawn="1"/>
        </p:nvSpPr>
        <p:spPr>
          <a:xfrm>
            <a:off x="4467069" y="1754155"/>
            <a:ext cx="7724931" cy="51038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0" name="Espaço Reservado para Imagem 9">
            <a:extLst>
              <a:ext uri="{FF2B5EF4-FFF2-40B4-BE49-F238E27FC236}">
                <a16:creationId xmlns:a16="http://schemas.microsoft.com/office/drawing/2014/main" id="{6169D4C1-82D6-4206-B0E8-AF62D6F09BE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1754155 h 6858000"/>
              <a:gd name="connsiteX3" fmla="*/ 4467070 w 12192000"/>
              <a:gd name="connsiteY3" fmla="*/ 1754155 h 6858000"/>
              <a:gd name="connsiteX4" fmla="*/ 4467070 w 12192000"/>
              <a:gd name="connsiteY4" fmla="*/ 6858000 h 6858000"/>
              <a:gd name="connsiteX5" fmla="*/ 0 w 12192000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1754155"/>
                </a:lnTo>
                <a:lnTo>
                  <a:pt x="4467070" y="1754155"/>
                </a:lnTo>
                <a:lnTo>
                  <a:pt x="446707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67404" y="2335342"/>
            <a:ext cx="6580584" cy="1951037"/>
          </a:xfrm>
        </p:spPr>
        <p:txBody>
          <a:bodyPr rtlCol="0" anchor="t" anchorCtr="0"/>
          <a:lstStyle>
            <a:lvl1pPr algn="l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2894" y="4286379"/>
            <a:ext cx="4093029" cy="1642473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údo 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442031C9-0B4C-44DA-907A-9CB1434077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5999" y="0"/>
            <a:ext cx="6096001" cy="6858000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11" y="876926"/>
            <a:ext cx="5079113" cy="1356607"/>
          </a:xfrm>
        </p:spPr>
        <p:txBody>
          <a:bodyPr rtlCol="0" anchor="t" anchorCtr="0">
            <a:normAutofit/>
          </a:bodyPr>
          <a:lstStyle>
            <a:lvl1pPr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10" y="2233534"/>
            <a:ext cx="4205990" cy="2833142"/>
          </a:xfrm>
        </p:spPr>
        <p:txBody>
          <a:bodyPr rtlCol="0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2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tx2"/>
                </a:solidFill>
                <a:latin typeface="+mj-lt"/>
              </a:defRPr>
            </a:lvl3pPr>
            <a:lvl4pPr marL="1371600" indent="0">
              <a:buNone/>
              <a:defRPr sz="1600">
                <a:solidFill>
                  <a:schemeClr val="tx2"/>
                </a:solidFill>
                <a:latin typeface="+mj-lt"/>
              </a:defRPr>
            </a:lvl4pPr>
            <a:lvl5pPr marL="1828800" indent="0">
              <a:buNone/>
              <a:defRPr sz="16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DE23592C-4E26-184A-AAED-41EC35AFF551}"/>
              </a:ext>
            </a:extLst>
          </p:cNvPr>
          <p:cNvCxnSpPr/>
          <p:nvPr userDrawn="1"/>
        </p:nvCxnSpPr>
        <p:spPr>
          <a:xfrm>
            <a:off x="0" y="5711252"/>
            <a:ext cx="3687580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B68C5F28-837A-4354-8BA4-A994BD1D6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08890" y="6356350"/>
            <a:ext cx="3108434" cy="365125"/>
          </a:xfrm>
        </p:spPr>
        <p:txBody>
          <a:bodyPr rtlCol="0"/>
          <a:lstStyle>
            <a:lvl1pPr algn="r">
              <a:defRPr>
                <a:latin typeface="+mn-lt"/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9" name="Espaço Reservado para o Número do Slide 5">
            <a:extLst>
              <a:ext uri="{FF2B5EF4-FFF2-40B4-BE49-F238E27FC236}">
                <a16:creationId xmlns:a16="http://schemas.microsoft.com/office/drawing/2014/main" id="{A6EDF98A-063D-47C8-8D91-A223F99552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13308" y="6356350"/>
            <a:ext cx="10976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11" name="Espaço Reservado para Data 3">
            <a:extLst>
              <a:ext uri="{FF2B5EF4-FFF2-40B4-BE49-F238E27FC236}">
                <a16:creationId xmlns:a16="http://schemas.microsoft.com/office/drawing/2014/main" id="{042684A6-77E9-406F-A431-4C57DCAE62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9544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629" y="611455"/>
            <a:ext cx="10646275" cy="1356607"/>
          </a:xfrm>
        </p:spPr>
        <p:txBody>
          <a:bodyPr rtlCol="0" anchor="t" anchorCtr="0">
            <a:normAutofit/>
          </a:bodyPr>
          <a:lstStyle>
            <a:lvl1pPr algn="l"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0390" y="1883664"/>
            <a:ext cx="11386181" cy="4352544"/>
          </a:xfrm>
        </p:spPr>
        <p:txBody>
          <a:bodyPr rtlCol="0">
            <a:normAutofit/>
          </a:bodyPr>
          <a:lstStyle>
            <a:lvl1pPr marL="0" indent="0" algn="l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 algn="l">
              <a:buNone/>
              <a:defRPr sz="2000">
                <a:solidFill>
                  <a:schemeClr val="tx2"/>
                </a:solidFill>
                <a:latin typeface="+mj-lt"/>
              </a:defRPr>
            </a:lvl2pPr>
            <a:lvl3pPr marL="914400" indent="0" algn="l">
              <a:buNone/>
              <a:defRPr sz="1800">
                <a:solidFill>
                  <a:schemeClr val="tx2"/>
                </a:solidFill>
                <a:latin typeface="+mj-lt"/>
              </a:defRPr>
            </a:lvl3pPr>
            <a:lvl4pPr marL="1371600" indent="0" algn="l">
              <a:buNone/>
              <a:defRPr sz="1600">
                <a:solidFill>
                  <a:schemeClr val="tx2"/>
                </a:solidFill>
                <a:latin typeface="+mj-lt"/>
              </a:defRPr>
            </a:lvl4pPr>
            <a:lvl5pPr marL="1828800" indent="0" algn="l">
              <a:buNone/>
              <a:defRPr sz="16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8458DC-876E-488A-944B-22A18113BE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D8DA1A0-979E-4983-A719-E249D39F2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E1C9D0CB-E1A8-47F0-B2C6-6F370F7EC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094078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BF0C0123-3B3C-46FD-A0A1-ADA5035076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2945761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631132"/>
            <a:ext cx="11118272" cy="1662546"/>
          </a:xfrm>
          <a:solidFill>
            <a:schemeClr val="tx1">
              <a:alpha val="89000"/>
            </a:schemeClr>
          </a:solidFill>
        </p:spPr>
        <p:txBody>
          <a:bodyPr lIns="914400" rtlCol="0" anchor="ctr" anchorCtr="0"/>
          <a:lstStyle>
            <a:lvl1pPr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4593635"/>
            <a:ext cx="9926782" cy="1662546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E747029-9859-DC45-9A77-7E1D4D104189}"/>
              </a:ext>
            </a:extLst>
          </p:cNvPr>
          <p:cNvCxnSpPr>
            <a:cxnSpLocks/>
          </p:cNvCxnSpPr>
          <p:nvPr userDrawn="1"/>
        </p:nvCxnSpPr>
        <p:spPr>
          <a:xfrm>
            <a:off x="7605486" y="6256186"/>
            <a:ext cx="45865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ço Reservado para Data 3">
            <a:extLst>
              <a:ext uri="{FF2B5EF4-FFF2-40B4-BE49-F238E27FC236}">
                <a16:creationId xmlns:a16="http://schemas.microsoft.com/office/drawing/2014/main" id="{96DEBBF3-C67B-47A9-B715-36E7E467ECA6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4">
            <a:extLst>
              <a:ext uri="{FF2B5EF4-FFF2-40B4-BE49-F238E27FC236}">
                <a16:creationId xmlns:a16="http://schemas.microsoft.com/office/drawing/2014/main" id="{E476355C-0230-4853-AF11-0A1B0AD8EB8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5">
            <a:extLst>
              <a:ext uri="{FF2B5EF4-FFF2-40B4-BE49-F238E27FC236}">
                <a16:creationId xmlns:a16="http://schemas.microsoft.com/office/drawing/2014/main" id="{D0A15523-9DC0-4DB6-AAB5-709BE171FB0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Imagem 6">
            <a:extLst>
              <a:ext uri="{FF2B5EF4-FFF2-40B4-BE49-F238E27FC236}">
                <a16:creationId xmlns:a16="http://schemas.microsoft.com/office/drawing/2014/main" id="{A182AD2A-0ECB-4BEA-B4FC-8A8041F4FF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912238"/>
            <a:ext cx="12199673" cy="2945761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676650"/>
            <a:ext cx="10515600" cy="1252163"/>
          </a:xfrm>
        </p:spPr>
        <p:txBody>
          <a:bodyPr rtlCol="0" anchor="ctr" anchorCtr="0"/>
          <a:lstStyle>
            <a:lvl1pPr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1928813"/>
            <a:ext cx="10515600" cy="1645660"/>
          </a:xfrm>
        </p:spPr>
        <p:txBody>
          <a:bodyPr rtlCol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96333DBA-ED5F-B346-8E4B-C25112DBA651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10505786" y="-1017238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ço Reservado para Data 3">
            <a:extLst>
              <a:ext uri="{FF2B5EF4-FFF2-40B4-BE49-F238E27FC236}">
                <a16:creationId xmlns:a16="http://schemas.microsoft.com/office/drawing/2014/main" id="{8D41C68D-A186-4D75-82A5-8C2768B18462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9" name="Espaço Reservado para Rodapé 6">
            <a:extLst>
              <a:ext uri="{FF2B5EF4-FFF2-40B4-BE49-F238E27FC236}">
                <a16:creationId xmlns:a16="http://schemas.microsoft.com/office/drawing/2014/main" id="{88CEBD28-6BC1-4BA2-9AB9-287381DFB66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0" name="Espaço Reservado para o Número do Slide 7">
            <a:extLst>
              <a:ext uri="{FF2B5EF4-FFF2-40B4-BE49-F238E27FC236}">
                <a16:creationId xmlns:a16="http://schemas.microsoft.com/office/drawing/2014/main" id="{F89D9479-2604-412D-9703-94A042E59F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36792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5119" y="3846786"/>
            <a:ext cx="4137288" cy="2253977"/>
          </a:xfrm>
        </p:spPr>
        <p:txBody>
          <a:bodyPr rtlCol="0" anchor="t" anchorCtr="0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pPr rtl="0"/>
            <a:r>
              <a:rPr lang="pt-BR" noProof="0"/>
              <a:t>Clique para editar o Mestre 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AE083BCB-EF8C-3B45-B3E0-6094D68C1246}"/>
              </a:ext>
            </a:extLst>
          </p:cNvPr>
          <p:cNvCxnSpPr>
            <a:cxnSpLocks/>
          </p:cNvCxnSpPr>
          <p:nvPr userDrawn="1"/>
        </p:nvCxnSpPr>
        <p:spPr>
          <a:xfrm>
            <a:off x="7615000" y="0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ço reservado para o gráfico 15">
            <a:extLst>
              <a:ext uri="{FF2B5EF4-FFF2-40B4-BE49-F238E27FC236}">
                <a16:creationId xmlns:a16="http://schemas.microsoft.com/office/drawing/2014/main" id="{575A85FE-F25A-AA48-9533-535C917EBFBE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374650" y="173736"/>
            <a:ext cx="6761163" cy="5740400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gráfico</a:t>
            </a:r>
          </a:p>
        </p:txBody>
      </p:sp>
      <p:sp>
        <p:nvSpPr>
          <p:cNvPr id="5" name="Espaço Reservado para Data 2">
            <a:extLst>
              <a:ext uri="{FF2B5EF4-FFF2-40B4-BE49-F238E27FC236}">
                <a16:creationId xmlns:a16="http://schemas.microsoft.com/office/drawing/2014/main" id="{22378FC3-0625-417F-9504-AB73095047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6" name="Espaço Reservado para Rodapé 3">
            <a:extLst>
              <a:ext uri="{FF2B5EF4-FFF2-40B4-BE49-F238E27FC236}">
                <a16:creationId xmlns:a16="http://schemas.microsoft.com/office/drawing/2014/main" id="{BF811660-F20D-49FF-9445-C36E49BD31D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7" name="Espaço Reservado para o Número do Slide 4">
            <a:extLst>
              <a:ext uri="{FF2B5EF4-FFF2-40B4-BE49-F238E27FC236}">
                <a16:creationId xmlns:a16="http://schemas.microsoft.com/office/drawing/2014/main" id="{9252CDD4-236D-4E0B-B7E5-1299FC84FC9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303" y="3663846"/>
            <a:ext cx="4385565" cy="2235016"/>
          </a:xfrm>
        </p:spPr>
        <p:txBody>
          <a:bodyPr rtlCol="0" anchor="t" anchorCtr="0">
            <a:normAutofit/>
          </a:bodyPr>
          <a:lstStyle>
            <a:lvl1pPr algn="l">
              <a:defRPr sz="5400">
                <a:latin typeface="+mj-lt"/>
              </a:defRPr>
            </a:lvl1pPr>
          </a:lstStyle>
          <a:p>
            <a:pPr rtl="0"/>
            <a:r>
              <a:rPr lang="pt-BR" noProof="0"/>
              <a:t>Clique para editar o Mestre 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AE083BCB-EF8C-3B45-B3E0-6094D68C1246}"/>
              </a:ext>
            </a:extLst>
          </p:cNvPr>
          <p:cNvCxnSpPr>
            <a:cxnSpLocks/>
          </p:cNvCxnSpPr>
          <p:nvPr userDrawn="1"/>
        </p:nvCxnSpPr>
        <p:spPr>
          <a:xfrm>
            <a:off x="4523214" y="0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Texto 12">
            <a:extLst>
              <a:ext uri="{FF2B5EF4-FFF2-40B4-BE49-F238E27FC236}">
                <a16:creationId xmlns:a16="http://schemas.microsoft.com/office/drawing/2014/main" id="{B039E4E5-7FFE-CC4B-8842-71AE4FA860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89850" y="3667020"/>
            <a:ext cx="5564845" cy="2235016"/>
          </a:xfrm>
        </p:spPr>
        <p:txBody>
          <a:bodyPr rtlCol="0">
            <a:noAutofit/>
          </a:bodyPr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2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tx2"/>
                </a:solidFill>
                <a:latin typeface="+mj-lt"/>
              </a:defRPr>
            </a:lvl3pPr>
            <a:lvl4pPr marL="1371600" indent="0">
              <a:buNone/>
              <a:defRPr sz="1600">
                <a:solidFill>
                  <a:schemeClr val="tx2"/>
                </a:solidFill>
                <a:latin typeface="+mj-lt"/>
              </a:defRPr>
            </a:lvl4pPr>
            <a:lvl5pPr marL="1828800" indent="0">
              <a:buNone/>
              <a:defRPr sz="16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Imagem 3">
            <a:extLst>
              <a:ext uri="{FF2B5EF4-FFF2-40B4-BE49-F238E27FC236}">
                <a16:creationId xmlns:a16="http://schemas.microsoft.com/office/drawing/2014/main" id="{130245D5-FEED-9942-BB36-B4B0944B9E5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789613" y="549275"/>
            <a:ext cx="2555875" cy="2838450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1" name="Espaço Reservado para Imagem 3">
            <a:extLst>
              <a:ext uri="{FF2B5EF4-FFF2-40B4-BE49-F238E27FC236}">
                <a16:creationId xmlns:a16="http://schemas.microsoft.com/office/drawing/2014/main" id="{5EE6AB47-FCD9-0E4A-8E1D-B4C8D134BB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798820" y="549275"/>
            <a:ext cx="2555875" cy="2838450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D878389-B981-B246-9A16-3137079B452D}"/>
              </a:ext>
            </a:extLst>
          </p:cNvPr>
          <p:cNvSpPr/>
          <p:nvPr userDrawn="1"/>
        </p:nvSpPr>
        <p:spPr>
          <a:xfrm>
            <a:off x="0" y="6174931"/>
            <a:ext cx="12192000" cy="6837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8" name="Espaço Reservado para Data 2">
            <a:extLst>
              <a:ext uri="{FF2B5EF4-FFF2-40B4-BE49-F238E27FC236}">
                <a16:creationId xmlns:a16="http://schemas.microsoft.com/office/drawing/2014/main" id="{2B04B165-7AD0-4017-991A-53D3876388E7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9" name="Espaço Reservado para Rodapé 4">
            <a:extLst>
              <a:ext uri="{FF2B5EF4-FFF2-40B4-BE49-F238E27FC236}">
                <a16:creationId xmlns:a16="http://schemas.microsoft.com/office/drawing/2014/main" id="{6DF0ACE5-9E0A-47E1-A9C1-193F90792C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4" name="Espaço Reservado para o Número do Slide 5">
            <a:extLst>
              <a:ext uri="{FF2B5EF4-FFF2-40B4-BE49-F238E27FC236}">
                <a16:creationId xmlns:a16="http://schemas.microsoft.com/office/drawing/2014/main" id="{B5A32872-1E9F-499E-A0E5-E25A255707F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32282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2449822"/>
            <a:ext cx="4812867" cy="63626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8" y="3152954"/>
            <a:ext cx="4812867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16563" y="2449822"/>
            <a:ext cx="5294154" cy="63626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216563" y="3152954"/>
            <a:ext cx="5294154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5F2090A0-772A-C549-8840-0CF48830E68A}"/>
              </a:ext>
            </a:extLst>
          </p:cNvPr>
          <p:cNvCxnSpPr>
            <a:cxnSpLocks/>
          </p:cNvCxnSpPr>
          <p:nvPr userDrawn="1"/>
        </p:nvCxnSpPr>
        <p:spPr>
          <a:xfrm>
            <a:off x="6763657" y="6256186"/>
            <a:ext cx="5428343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ço Reservado para Imagem 17">
            <a:extLst>
              <a:ext uri="{FF2B5EF4-FFF2-40B4-BE49-F238E27FC236}">
                <a16:creationId xmlns:a16="http://schemas.microsoft.com/office/drawing/2014/main" id="{2F5025B1-54F6-4735-8BE4-31E33BB3C1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08742881-DAF4-4DFE-8C09-2BCC306EF6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3776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DFC82FBA-0F09-4E2A-B286-CC1BAF61F3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10">
            <a:extLst>
              <a:ext uri="{FF2B5EF4-FFF2-40B4-BE49-F238E27FC236}">
                <a16:creationId xmlns:a16="http://schemas.microsoft.com/office/drawing/2014/main" id="{35C8B9BF-3225-42AC-AC54-8108B877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3" name="Espaço Reservado para o Número do Slide 11">
            <a:extLst>
              <a:ext uri="{FF2B5EF4-FFF2-40B4-BE49-F238E27FC236}">
                <a16:creationId xmlns:a16="http://schemas.microsoft.com/office/drawing/2014/main" id="{B2CA33E4-9BFE-4DCE-972D-17F3F7064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9" y="2484326"/>
            <a:ext cx="3205396" cy="61901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9" y="3187458"/>
            <a:ext cx="3205396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550008" y="2484326"/>
            <a:ext cx="3221182" cy="61901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50008" y="3187458"/>
            <a:ext cx="3221182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8" name="Espaço Reservado para Texto 4">
            <a:extLst>
              <a:ext uri="{FF2B5EF4-FFF2-40B4-BE49-F238E27FC236}">
                <a16:creationId xmlns:a16="http://schemas.microsoft.com/office/drawing/2014/main" id="{860ECCB6-C8A8-BB43-AC04-B3621CFEC5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76013" y="2484326"/>
            <a:ext cx="3221182" cy="61901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Espaço Reservado para Conteúdo 5">
            <a:extLst>
              <a:ext uri="{FF2B5EF4-FFF2-40B4-BE49-F238E27FC236}">
                <a16:creationId xmlns:a16="http://schemas.microsoft.com/office/drawing/2014/main" id="{A42E179B-3AD1-7F42-AE86-86F1F9A377E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276013" y="3187458"/>
            <a:ext cx="3221182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081FA6F8-E47A-AF48-81E8-B32BDDD67498}"/>
              </a:ext>
            </a:extLst>
          </p:cNvPr>
          <p:cNvCxnSpPr>
            <a:cxnSpLocks/>
          </p:cNvCxnSpPr>
          <p:nvPr userDrawn="1"/>
        </p:nvCxnSpPr>
        <p:spPr>
          <a:xfrm>
            <a:off x="6763657" y="6256186"/>
            <a:ext cx="5428343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ço Reservado para Imagem 17">
            <a:extLst>
              <a:ext uri="{FF2B5EF4-FFF2-40B4-BE49-F238E27FC236}">
                <a16:creationId xmlns:a16="http://schemas.microsoft.com/office/drawing/2014/main" id="{D90CF65F-2A4B-483A-A668-8CA45F6BA3C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FB9C7FF7-CB56-49D5-BC60-5B51F73088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3776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2" name="Espaço Reservado para Data 6">
            <a:extLst>
              <a:ext uri="{FF2B5EF4-FFF2-40B4-BE49-F238E27FC236}">
                <a16:creationId xmlns:a16="http://schemas.microsoft.com/office/drawing/2014/main" id="{3DEAC756-8E1D-4F9B-A6AC-2CB1A39280CF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13" name="Espaço Reservado para Rodapé 10">
            <a:extLst>
              <a:ext uri="{FF2B5EF4-FFF2-40B4-BE49-F238E27FC236}">
                <a16:creationId xmlns:a16="http://schemas.microsoft.com/office/drawing/2014/main" id="{4DC7375B-BA19-477E-BC1F-E66C9A32D346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4" name="Espaço Reservado para o Número do Slide 11">
            <a:extLst>
              <a:ext uri="{FF2B5EF4-FFF2-40B4-BE49-F238E27FC236}">
                <a16:creationId xmlns:a16="http://schemas.microsoft.com/office/drawing/2014/main" id="{2EF863B1-B71D-40A5-B100-BEDDF1324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6078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de equipe peque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24">
            <a:extLst>
              <a:ext uri="{FF2B5EF4-FFF2-40B4-BE49-F238E27FC236}">
                <a16:creationId xmlns:a16="http://schemas.microsoft.com/office/drawing/2014/main" id="{98CBB35A-0A08-5041-BD40-BF45BC1AEA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85261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6" name="Espaço Reservado para Texto 26">
            <a:extLst>
              <a:ext uri="{FF2B5EF4-FFF2-40B4-BE49-F238E27FC236}">
                <a16:creationId xmlns:a16="http://schemas.microsoft.com/office/drawing/2014/main" id="{13A7526F-5EB1-B149-A17B-140D879C225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783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Texto 26">
            <a:extLst>
              <a:ext uri="{FF2B5EF4-FFF2-40B4-BE49-F238E27FC236}">
                <a16:creationId xmlns:a16="http://schemas.microsoft.com/office/drawing/2014/main" id="{F324894D-54DA-A14A-A64C-19BB8656F0D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783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8" name="Espaço Reservado para Imagem 24">
            <a:extLst>
              <a:ext uri="{FF2B5EF4-FFF2-40B4-BE49-F238E27FC236}">
                <a16:creationId xmlns:a16="http://schemas.microsoft.com/office/drawing/2014/main" id="{668630C3-2B55-3E42-B37C-761FC5B8D9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49243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9" name="Espaço Reservado para Texto 26">
            <a:extLst>
              <a:ext uri="{FF2B5EF4-FFF2-40B4-BE49-F238E27FC236}">
                <a16:creationId xmlns:a16="http://schemas.microsoft.com/office/drawing/2014/main" id="{13A77570-6922-804B-9561-A4FD1EECA40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05765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0" name="Espaço Reservado para Texto 26">
            <a:extLst>
              <a:ext uri="{FF2B5EF4-FFF2-40B4-BE49-F238E27FC236}">
                <a16:creationId xmlns:a16="http://schemas.microsoft.com/office/drawing/2014/main" id="{E1C349B5-EA89-A045-923D-E8C06B61BF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05765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1" name="Espaço Reservado para Imagem 24">
            <a:extLst>
              <a:ext uri="{FF2B5EF4-FFF2-40B4-BE49-F238E27FC236}">
                <a16:creationId xmlns:a16="http://schemas.microsoft.com/office/drawing/2014/main" id="{4355BC29-468B-9443-AAF0-D4F9A17CBB3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513225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Espaço Reservado para Texto 26">
            <a:extLst>
              <a:ext uri="{FF2B5EF4-FFF2-40B4-BE49-F238E27FC236}">
                <a16:creationId xmlns:a16="http://schemas.microsoft.com/office/drawing/2014/main" id="{0ACA1FDC-8C3E-1548-BBD5-7F8C1F2BE6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69747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3" name="Espaço Reservado para Texto 26">
            <a:extLst>
              <a:ext uri="{FF2B5EF4-FFF2-40B4-BE49-F238E27FC236}">
                <a16:creationId xmlns:a16="http://schemas.microsoft.com/office/drawing/2014/main" id="{01851322-3359-0A4C-A37F-267BC65A63D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9747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4" name="Espaço Reservado para Imagem 24">
            <a:extLst>
              <a:ext uri="{FF2B5EF4-FFF2-40B4-BE49-F238E27FC236}">
                <a16:creationId xmlns:a16="http://schemas.microsoft.com/office/drawing/2014/main" id="{59988A13-ECF1-ED4E-B389-5F37421ED46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277207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5" name="Espaço Reservado para Texto 26">
            <a:extLst>
              <a:ext uri="{FF2B5EF4-FFF2-40B4-BE49-F238E27FC236}">
                <a16:creationId xmlns:a16="http://schemas.microsoft.com/office/drawing/2014/main" id="{1638E04D-DAC7-604F-A069-95B2DFCC77A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33729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6" name="Espaço Reservado para Texto 26">
            <a:extLst>
              <a:ext uri="{FF2B5EF4-FFF2-40B4-BE49-F238E27FC236}">
                <a16:creationId xmlns:a16="http://schemas.microsoft.com/office/drawing/2014/main" id="{90B59C4A-4CEA-9A4D-B122-9413587B214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33729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7" name="Espaço Reservado para Imagem 17">
            <a:extLst>
              <a:ext uri="{FF2B5EF4-FFF2-40B4-BE49-F238E27FC236}">
                <a16:creationId xmlns:a16="http://schemas.microsoft.com/office/drawing/2014/main" id="{7DDB2A7E-5AF6-4711-8A74-79B2DF28E67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84DE4F48-3DE9-4C77-86D8-E2729DB71B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3776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9" name="Espaço Reservado para Data 6">
            <a:extLst>
              <a:ext uri="{FF2B5EF4-FFF2-40B4-BE49-F238E27FC236}">
                <a16:creationId xmlns:a16="http://schemas.microsoft.com/office/drawing/2014/main" id="{A220F2AA-9E42-4AB5-8185-09F43E8B4176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20" name="Espaço Reservado para Rodapé 10">
            <a:extLst>
              <a:ext uri="{FF2B5EF4-FFF2-40B4-BE49-F238E27FC236}">
                <a16:creationId xmlns:a16="http://schemas.microsoft.com/office/drawing/2014/main" id="{CE3D587E-37A7-4617-98F5-BBAEA534F795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21" name="Espaço Reservado para o Número do Slide 11">
            <a:extLst>
              <a:ext uri="{FF2B5EF4-FFF2-40B4-BE49-F238E27FC236}">
                <a16:creationId xmlns:a16="http://schemas.microsoft.com/office/drawing/2014/main" id="{9254D0DC-D4BC-4F16-9841-5BD3BB3DFA37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81945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de equipe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sz="6000"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25" name="Espaço Reservado para Imagem 24">
            <a:extLst>
              <a:ext uri="{FF2B5EF4-FFF2-40B4-BE49-F238E27FC236}">
                <a16:creationId xmlns:a16="http://schemas.microsoft.com/office/drawing/2014/main" id="{1BA2D214-E442-1E4E-97CD-BEF2BAC1A05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31950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7" name="Espaço Reservado para Texto 26">
            <a:extLst>
              <a:ext uri="{FF2B5EF4-FFF2-40B4-BE49-F238E27FC236}">
                <a16:creationId xmlns:a16="http://schemas.microsoft.com/office/drawing/2014/main" id="{8CDBFFA1-19CC-A745-A4B0-C4C7E165E8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6325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8" name="Espaço Reservado para Texto 26">
            <a:extLst>
              <a:ext uri="{FF2B5EF4-FFF2-40B4-BE49-F238E27FC236}">
                <a16:creationId xmlns:a16="http://schemas.microsoft.com/office/drawing/2014/main" id="{6865090D-070B-514D-8644-27AA44684F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6325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9" name="Espaço Reservado para Imagem 24">
            <a:extLst>
              <a:ext uri="{FF2B5EF4-FFF2-40B4-BE49-F238E27FC236}">
                <a16:creationId xmlns:a16="http://schemas.microsoft.com/office/drawing/2014/main" id="{BDCAC79F-D619-4A4D-AA16-33462F91CF7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13785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0" name="Espaço Reservado para Texto 26">
            <a:extLst>
              <a:ext uri="{FF2B5EF4-FFF2-40B4-BE49-F238E27FC236}">
                <a16:creationId xmlns:a16="http://schemas.microsoft.com/office/drawing/2014/main" id="{60BA181C-FF2A-FC45-8F96-700584BD23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58160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1" name="Espaço Reservado para Texto 26">
            <a:extLst>
              <a:ext uri="{FF2B5EF4-FFF2-40B4-BE49-F238E27FC236}">
                <a16:creationId xmlns:a16="http://schemas.microsoft.com/office/drawing/2014/main" id="{AC5838B0-DD1C-E84B-9489-3993D788FF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58160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2" name="Espaço Reservado para Imagem 24">
            <a:extLst>
              <a:ext uri="{FF2B5EF4-FFF2-40B4-BE49-F238E27FC236}">
                <a16:creationId xmlns:a16="http://schemas.microsoft.com/office/drawing/2014/main" id="{7175A9C4-CAA9-A64F-A5D8-1C0A7C1B53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95620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3" name="Espaço Reservado para Texto 26">
            <a:extLst>
              <a:ext uri="{FF2B5EF4-FFF2-40B4-BE49-F238E27FC236}">
                <a16:creationId xmlns:a16="http://schemas.microsoft.com/office/drawing/2014/main" id="{9C830668-9722-B940-B234-BB9FE0EFE6F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39995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4" name="Espaço Reservado para Texto 26">
            <a:extLst>
              <a:ext uri="{FF2B5EF4-FFF2-40B4-BE49-F238E27FC236}">
                <a16:creationId xmlns:a16="http://schemas.microsoft.com/office/drawing/2014/main" id="{5BCB1F98-2365-A845-807C-BE51A3C6DA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39995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5" name="Espaço Reservado para Imagem 24">
            <a:extLst>
              <a:ext uri="{FF2B5EF4-FFF2-40B4-BE49-F238E27FC236}">
                <a16:creationId xmlns:a16="http://schemas.microsoft.com/office/drawing/2014/main" id="{B18B6DCA-AAB8-5F4F-9DD5-B86EE8CBD3D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359526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6" name="Espaço Reservado para Texto 26">
            <a:extLst>
              <a:ext uri="{FF2B5EF4-FFF2-40B4-BE49-F238E27FC236}">
                <a16:creationId xmlns:a16="http://schemas.microsoft.com/office/drawing/2014/main" id="{CE3D1F83-7947-624B-AC3C-7D21821AE3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03901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7" name="Espaço Reservado para Texto 26">
            <a:extLst>
              <a:ext uri="{FF2B5EF4-FFF2-40B4-BE49-F238E27FC236}">
                <a16:creationId xmlns:a16="http://schemas.microsoft.com/office/drawing/2014/main" id="{3608F6B5-173E-7945-A6B4-E26276D080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03901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8" name="Espaço Reservado para Imagem 24">
            <a:extLst>
              <a:ext uri="{FF2B5EF4-FFF2-40B4-BE49-F238E27FC236}">
                <a16:creationId xmlns:a16="http://schemas.microsoft.com/office/drawing/2014/main" id="{1ACD0622-4EE2-F64A-A285-02AFE95C5DD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31950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9" name="Espaço Reservado para Texto 26">
            <a:extLst>
              <a:ext uri="{FF2B5EF4-FFF2-40B4-BE49-F238E27FC236}">
                <a16:creationId xmlns:a16="http://schemas.microsoft.com/office/drawing/2014/main" id="{D99EB1E8-DE2D-6E40-91BE-B3B1C6ABB7F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76325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0" name="Espaço Reservado para Texto 26">
            <a:extLst>
              <a:ext uri="{FF2B5EF4-FFF2-40B4-BE49-F238E27FC236}">
                <a16:creationId xmlns:a16="http://schemas.microsoft.com/office/drawing/2014/main" id="{CE209033-590B-EA41-9FA9-8D3E20BB5B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76325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1" name="Espaço Reservado para Imagem 24">
            <a:extLst>
              <a:ext uri="{FF2B5EF4-FFF2-40B4-BE49-F238E27FC236}">
                <a16:creationId xmlns:a16="http://schemas.microsoft.com/office/drawing/2014/main" id="{F0EF7FD9-70EA-7D43-AC3A-5648C324AB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13785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2" name="Espaço Reservado para Texto 26">
            <a:extLst>
              <a:ext uri="{FF2B5EF4-FFF2-40B4-BE49-F238E27FC236}">
                <a16:creationId xmlns:a16="http://schemas.microsoft.com/office/drawing/2014/main" id="{20F05298-65A6-7149-AC3E-A91938A0C89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658160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3" name="Espaço Reservado para Texto 26">
            <a:extLst>
              <a:ext uri="{FF2B5EF4-FFF2-40B4-BE49-F238E27FC236}">
                <a16:creationId xmlns:a16="http://schemas.microsoft.com/office/drawing/2014/main" id="{E829FF2B-369F-084A-92BE-A42EAD9582E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658160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4" name="Espaço Reservado para Imagem 24">
            <a:extLst>
              <a:ext uri="{FF2B5EF4-FFF2-40B4-BE49-F238E27FC236}">
                <a16:creationId xmlns:a16="http://schemas.microsoft.com/office/drawing/2014/main" id="{4E50BB28-D79E-534D-8075-5285673B6C23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95620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5" name="Espaço Reservado para Texto 26">
            <a:extLst>
              <a:ext uri="{FF2B5EF4-FFF2-40B4-BE49-F238E27FC236}">
                <a16:creationId xmlns:a16="http://schemas.microsoft.com/office/drawing/2014/main" id="{F5EB1EB1-0DFF-1C42-9692-85E5A411C81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239995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6" name="Espaço Reservado para Texto 26">
            <a:extLst>
              <a:ext uri="{FF2B5EF4-FFF2-40B4-BE49-F238E27FC236}">
                <a16:creationId xmlns:a16="http://schemas.microsoft.com/office/drawing/2014/main" id="{5FEA11E4-7068-E649-9E09-67A1EA10B0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39995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7" name="Espaço Reservado para Imagem 24">
            <a:extLst>
              <a:ext uri="{FF2B5EF4-FFF2-40B4-BE49-F238E27FC236}">
                <a16:creationId xmlns:a16="http://schemas.microsoft.com/office/drawing/2014/main" id="{44F9519B-1C20-B848-A15F-EE4D09E5B93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9359526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8" name="Espaço Reservado para Texto 26">
            <a:extLst>
              <a:ext uri="{FF2B5EF4-FFF2-40B4-BE49-F238E27FC236}">
                <a16:creationId xmlns:a16="http://schemas.microsoft.com/office/drawing/2014/main" id="{22673807-D8F9-5940-AA4D-A70F0000749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03901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9" name="Espaço Reservado para Texto 26">
            <a:extLst>
              <a:ext uri="{FF2B5EF4-FFF2-40B4-BE49-F238E27FC236}">
                <a16:creationId xmlns:a16="http://schemas.microsoft.com/office/drawing/2014/main" id="{7E03C2A1-41CE-E946-B243-A1235A7E06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03901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0" name="Espaço Reservado para Data 6">
            <a:extLst>
              <a:ext uri="{FF2B5EF4-FFF2-40B4-BE49-F238E27FC236}">
                <a16:creationId xmlns:a16="http://schemas.microsoft.com/office/drawing/2014/main" id="{698236FE-C9B0-4E5C-A23B-C02CA6C84173}"/>
              </a:ext>
            </a:extLst>
          </p:cNvPr>
          <p:cNvSpPr>
            <a:spLocks noGrp="1"/>
          </p:cNvSpPr>
          <p:nvPr>
            <p:ph type="dt" sz="half" idx="34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51" name="Espaço Reservado para Rodapé 10">
            <a:extLst>
              <a:ext uri="{FF2B5EF4-FFF2-40B4-BE49-F238E27FC236}">
                <a16:creationId xmlns:a16="http://schemas.microsoft.com/office/drawing/2014/main" id="{A93C8C74-29A3-4BCC-8EB9-53CE59B4C8F9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52" name="Espaço Reservado para o Número do Slide 11">
            <a:extLst>
              <a:ext uri="{FF2B5EF4-FFF2-40B4-BE49-F238E27FC236}">
                <a16:creationId xmlns:a16="http://schemas.microsoft.com/office/drawing/2014/main" id="{0DF7F3BB-66CF-46E2-823F-D94C887BC3F5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27437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ha do t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7480465" cy="1325563"/>
          </a:xfrm>
        </p:spPr>
        <p:txBody>
          <a:bodyPr rtlCol="0">
            <a:normAutofit/>
          </a:bodyPr>
          <a:lstStyle>
            <a:lvl1pPr algn="l"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F819E775-79C1-C048-A1C9-A453CB9DF3F9}"/>
              </a:ext>
            </a:extLst>
          </p:cNvPr>
          <p:cNvCxnSpPr/>
          <p:nvPr userDrawn="1"/>
        </p:nvCxnSpPr>
        <p:spPr>
          <a:xfrm>
            <a:off x="8504420" y="692983"/>
            <a:ext cx="3687580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ço reservado para SmartArt 4">
            <a:extLst>
              <a:ext uri="{FF2B5EF4-FFF2-40B4-BE49-F238E27FC236}">
                <a16:creationId xmlns:a16="http://schemas.microsoft.com/office/drawing/2014/main" id="{2DAB336B-F2EE-7540-B6B9-179BD611A5AC}"/>
              </a:ext>
            </a:extLst>
          </p:cNvPr>
          <p:cNvSpPr>
            <a:spLocks noGrp="1"/>
          </p:cNvSpPr>
          <p:nvPr>
            <p:ph type="dgm" sz="quarter" idx="10"/>
          </p:nvPr>
        </p:nvSpPr>
        <p:spPr>
          <a:xfrm>
            <a:off x="381000" y="1839913"/>
            <a:ext cx="11363325" cy="4572000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elemento gráfico SmartArt</a:t>
            </a:r>
          </a:p>
        </p:txBody>
      </p:sp>
      <p:sp>
        <p:nvSpPr>
          <p:cNvPr id="6" name="Espaço Reservado para Data 6">
            <a:extLst>
              <a:ext uri="{FF2B5EF4-FFF2-40B4-BE49-F238E27FC236}">
                <a16:creationId xmlns:a16="http://schemas.microsoft.com/office/drawing/2014/main" id="{449E2D85-4B9C-467E-B70E-FFFA196D74D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10">
            <a:extLst>
              <a:ext uri="{FF2B5EF4-FFF2-40B4-BE49-F238E27FC236}">
                <a16:creationId xmlns:a16="http://schemas.microsoft.com/office/drawing/2014/main" id="{CDB1B6C7-69CF-4FD7-B86B-D3BD6D56A4F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11">
            <a:extLst>
              <a:ext uri="{FF2B5EF4-FFF2-40B4-BE49-F238E27FC236}">
                <a16:creationId xmlns:a16="http://schemas.microsoft.com/office/drawing/2014/main" id="{ABDCE1B3-CAC8-44F2-9A63-C903CBFBAFE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6467094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d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spaço Reservado para Imagem 17">
            <a:extLst>
              <a:ext uri="{FF2B5EF4-FFF2-40B4-BE49-F238E27FC236}">
                <a16:creationId xmlns:a16="http://schemas.microsoft.com/office/drawing/2014/main" id="{BF7DDA28-4051-4C9A-8640-99B7D9008ED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6957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20" name="Espaço reservado para tabela 19">
            <a:extLst>
              <a:ext uri="{FF2B5EF4-FFF2-40B4-BE49-F238E27FC236}">
                <a16:creationId xmlns:a16="http://schemas.microsoft.com/office/drawing/2014/main" id="{822FF587-E1EB-4FC1-BE5F-847FC830EBC7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1097279" y="2761488"/>
            <a:ext cx="9997440" cy="2825496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tabela</a:t>
            </a:r>
          </a:p>
        </p:txBody>
      </p:sp>
      <p:sp>
        <p:nvSpPr>
          <p:cNvPr id="5" name="Espaço Reservado para Data 6">
            <a:extLst>
              <a:ext uri="{FF2B5EF4-FFF2-40B4-BE49-F238E27FC236}">
                <a16:creationId xmlns:a16="http://schemas.microsoft.com/office/drawing/2014/main" id="{404CA344-7BF6-40E6-846B-4DFC68BBDC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6" name="Espaço Reservado para Rodapé 10">
            <a:extLst>
              <a:ext uri="{FF2B5EF4-FFF2-40B4-BE49-F238E27FC236}">
                <a16:creationId xmlns:a16="http://schemas.microsoft.com/office/drawing/2014/main" id="{4DF15184-BCA8-45CA-8E5F-B680ADBFE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7" name="Espaço Reservado para o Número do Slide 11">
            <a:extLst>
              <a:ext uri="{FF2B5EF4-FFF2-40B4-BE49-F238E27FC236}">
                <a16:creationId xmlns:a16="http://schemas.microsoft.com/office/drawing/2014/main" id="{829741B7-179B-4CE8-A5A5-D3EF5527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4579066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59B023D1-B432-4327-9B3B-545A055D0CD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38905"/>
            <a:ext cx="12261163" cy="6896905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D44B8F7E-01E4-AA4B-B60F-A2BF94E3A1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30439" y="1886755"/>
            <a:ext cx="9131121" cy="3084489"/>
          </a:xfrm>
          <a:solidFill>
            <a:schemeClr val="accent1">
              <a:alpha val="89000"/>
            </a:schemeClr>
          </a:solidFill>
        </p:spPr>
        <p:txBody>
          <a:bodyPr lIns="1005840" tIns="640080" rtlCol="0" anchor="t" anchorCtr="0">
            <a:noAutofit/>
          </a:bodyPr>
          <a:lstStyle>
            <a:lvl1pPr marL="0" indent="0" algn="l"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457200" indent="0" algn="l">
              <a:buNone/>
              <a:defRPr sz="2800">
                <a:solidFill>
                  <a:schemeClr val="bg1"/>
                </a:solidFill>
                <a:latin typeface="+mj-lt"/>
              </a:defRPr>
            </a:lvl2pPr>
            <a:lvl3pPr marL="914400" indent="0" algn="l">
              <a:buNone/>
              <a:defRPr sz="2400">
                <a:solidFill>
                  <a:schemeClr val="bg1"/>
                </a:solidFill>
                <a:latin typeface="+mj-lt"/>
              </a:defRPr>
            </a:lvl3pPr>
            <a:lvl4pPr marL="1371600" indent="0" algn="l">
              <a:buNone/>
              <a:defRPr sz="2000">
                <a:solidFill>
                  <a:schemeClr val="bg1"/>
                </a:solidFill>
                <a:latin typeface="+mj-lt"/>
              </a:defRPr>
            </a:lvl4pPr>
            <a:lvl5pPr marL="1828800" indent="0" algn="l">
              <a:buNone/>
              <a:defRPr sz="2000">
                <a:solidFill>
                  <a:schemeClr val="bg1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F8581E8-B832-44F5-8573-1D49AF804E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48642" y="4040803"/>
            <a:ext cx="7766978" cy="484050"/>
          </a:xfrm>
        </p:spPr>
        <p:txBody>
          <a:bodyPr rtlCol="0">
            <a:noAutofit/>
          </a:bodyPr>
          <a:lstStyle>
            <a:lvl1pPr>
              <a:defRPr sz="18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6" name="Espaço Reservado para Data 1">
            <a:extLst>
              <a:ext uri="{FF2B5EF4-FFF2-40B4-BE49-F238E27FC236}">
                <a16:creationId xmlns:a16="http://schemas.microsoft.com/office/drawing/2014/main" id="{38C5CB97-CD0D-4684-A674-58C891FBC20B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2">
            <a:extLst>
              <a:ext uri="{FF2B5EF4-FFF2-40B4-BE49-F238E27FC236}">
                <a16:creationId xmlns:a16="http://schemas.microsoft.com/office/drawing/2014/main" id="{9DB43653-49BD-4FF8-AC52-100F2628D03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3">
            <a:extLst>
              <a:ext uri="{FF2B5EF4-FFF2-40B4-BE49-F238E27FC236}">
                <a16:creationId xmlns:a16="http://schemas.microsoft.com/office/drawing/2014/main" id="{C175707F-64A0-469B-AE09-445DCC67D31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0BFED5AE-62FF-41D3-952B-067FA66380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85" y="-4763"/>
            <a:ext cx="5021348" cy="6858001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7778" y="457201"/>
            <a:ext cx="4776538" cy="2285999"/>
          </a:xfrm>
          <a:solidFill>
            <a:schemeClr val="tx1">
              <a:alpha val="92000"/>
            </a:schemeClr>
          </a:solidFill>
        </p:spPr>
        <p:txBody>
          <a:bodyPr lIns="457200" rtlCol="0" anchor="ctr">
            <a:noAutofit/>
          </a:bodyPr>
          <a:lstStyle>
            <a:lvl1pPr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0" y="1484357"/>
            <a:ext cx="5259388" cy="444215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2"/>
                </a:solidFill>
                <a:latin typeface="+mj-lt"/>
              </a:defRPr>
            </a:lvl1pPr>
            <a:lvl2pPr marL="45720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  <a:latin typeface="+mj-lt"/>
              </a:defRPr>
            </a:lvl2pPr>
            <a:lvl3pPr marL="914400" indent="0">
              <a:lnSpc>
                <a:spcPct val="100000"/>
              </a:lnSpc>
              <a:buNone/>
              <a:defRPr sz="1800">
                <a:solidFill>
                  <a:schemeClr val="bg2"/>
                </a:solidFill>
                <a:latin typeface="+mj-lt"/>
              </a:defRPr>
            </a:lvl3pPr>
            <a:lvl4pPr marL="1371600" indent="0">
              <a:lnSpc>
                <a:spcPct val="100000"/>
              </a:lnSpc>
              <a:buNone/>
              <a:defRPr sz="1600">
                <a:solidFill>
                  <a:schemeClr val="bg2"/>
                </a:solidFill>
                <a:latin typeface="+mj-lt"/>
              </a:defRPr>
            </a:lvl4pPr>
            <a:lvl5pPr marL="1828800" indent="0">
              <a:lnSpc>
                <a:spcPct val="100000"/>
              </a:lnSpc>
              <a:buNone/>
              <a:defRPr sz="1600">
                <a:solidFill>
                  <a:schemeClr val="bg2"/>
                </a:solidFill>
                <a:latin typeface="+mj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Data 3">
            <a:extLst>
              <a:ext uri="{FF2B5EF4-FFF2-40B4-BE49-F238E27FC236}">
                <a16:creationId xmlns:a16="http://schemas.microsoft.com/office/drawing/2014/main" id="{D6C26EFF-CEA6-4978-A83B-400BFB2B863D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4">
            <a:extLst>
              <a:ext uri="{FF2B5EF4-FFF2-40B4-BE49-F238E27FC236}">
                <a16:creationId xmlns:a16="http://schemas.microsoft.com/office/drawing/2014/main" id="{0FC19E3C-A9EA-4809-9D98-B4C1EB8B35B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0" y="6356350"/>
            <a:ext cx="2057400" cy="365125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5">
            <a:extLst>
              <a:ext uri="{FF2B5EF4-FFF2-40B4-BE49-F238E27FC236}">
                <a16:creationId xmlns:a16="http://schemas.microsoft.com/office/drawing/2014/main" id="{973FE4BB-3117-49A2-8624-3E68B811924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>
            <a:noAutofit/>
          </a:bodyPr>
          <a:lstStyle>
            <a:lvl1pPr>
              <a:defRPr sz="4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310938"/>
            <a:ext cx="3932237" cy="3558050"/>
          </a:xfrm>
        </p:spPr>
        <p:txBody>
          <a:bodyPr rtlCol="0">
            <a:normAutofit/>
          </a:bodyPr>
          <a:lstStyle>
            <a:lvl1pPr marL="0" indent="0">
              <a:buNone/>
              <a:defRPr sz="180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Triângulo direito 8">
            <a:extLst>
              <a:ext uri="{FF2B5EF4-FFF2-40B4-BE49-F238E27FC236}">
                <a16:creationId xmlns:a16="http://schemas.microsoft.com/office/drawing/2014/main" id="{AF17559D-BCE9-2744-9623-22E1EE6DF537}"/>
              </a:ext>
            </a:extLst>
          </p:cNvPr>
          <p:cNvSpPr/>
          <p:nvPr userDrawn="1"/>
        </p:nvSpPr>
        <p:spPr>
          <a:xfrm flipH="1">
            <a:off x="6633556" y="1429789"/>
            <a:ext cx="5558444" cy="5428211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>
                <a:latin typeface="+mj-lt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F2EDADE-B47B-8242-8D03-079A12F1C7A2}"/>
              </a:ext>
            </a:extLst>
          </p:cNvPr>
          <p:cNvCxnSpPr>
            <a:cxnSpLocks/>
          </p:cNvCxnSpPr>
          <p:nvPr userDrawn="1"/>
        </p:nvCxnSpPr>
        <p:spPr>
          <a:xfrm>
            <a:off x="483229" y="0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9" r:id="rId3"/>
    <p:sldLayoutId id="2147483651" r:id="rId4"/>
    <p:sldLayoutId id="2147483662" r:id="rId5"/>
    <p:sldLayoutId id="2147483652" r:id="rId6"/>
    <p:sldLayoutId id="2147483661" r:id="rId7"/>
    <p:sldLayoutId id="2147483653" r:id="rId8"/>
    <p:sldLayoutId id="2147483660" r:id="rId9"/>
    <p:sldLayoutId id="2147483658" r:id="rId10"/>
    <p:sldLayoutId id="2147483664" r:id="rId11"/>
    <p:sldLayoutId id="2147483663" r:id="rId12"/>
    <p:sldLayoutId id="2147483665" r:id="rId13"/>
    <p:sldLayoutId id="2147483655" r:id="rId14"/>
    <p:sldLayoutId id="2147483656" r:id="rId15"/>
    <p:sldLayoutId id="2147483657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comments" Target="../comments/commen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comments" Target="../comments/commen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86068" y="2335342"/>
            <a:ext cx="7605932" cy="1951037"/>
          </a:xfrm>
        </p:spPr>
        <p:txBody>
          <a:bodyPr rtlCol="0">
            <a:noAutofit/>
          </a:bodyPr>
          <a:lstStyle/>
          <a:p>
            <a:pPr algn="ctr"/>
            <a:r>
              <a:rPr lang="en-US" sz="2800" b="1" dirty="0"/>
              <a:t>PROVISÃO DE DEVEDORES DUVIDOSOS (PDD) PARA LINHAS DE CRÉDITO FINANCEIRAS PRIVADAS DESTINADAS AO CUSTEIO DO AGRONEGÓCIO</a:t>
            </a:r>
            <a:endParaRPr lang="pt-BR" sz="2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68D447-28D3-4F5F-B2DC-FD67E90158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49331" y="4286379"/>
            <a:ext cx="4093029" cy="16424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 rtl="0"/>
            <a:r>
              <a:rPr lang="pt-BR" sz="2000" dirty="0" err="1"/>
              <a:t>Capstone</a:t>
            </a:r>
            <a:r>
              <a:rPr lang="pt-BR" sz="2000" dirty="0"/>
              <a:t> Project</a:t>
            </a:r>
          </a:p>
          <a:p>
            <a:pPr algn="ctr" rtl="0"/>
            <a:r>
              <a:rPr lang="pt-BR" dirty="0"/>
              <a:t>MBA em Engenharia de Dados</a:t>
            </a:r>
          </a:p>
          <a:p>
            <a:pPr algn="ctr" rtl="0"/>
            <a:endParaRPr lang="pt-BR" dirty="0"/>
          </a:p>
          <a:p>
            <a:pPr rtl="0"/>
            <a:endParaRPr lang="pt-BR" dirty="0"/>
          </a:p>
          <a:p>
            <a:pPr rtl="0"/>
            <a:endParaRPr lang="pt-BR" dirty="0"/>
          </a:p>
        </p:txBody>
      </p:sp>
      <p:sp>
        <p:nvSpPr>
          <p:cNvPr id="17" name="Forma Livre 8">
            <a:extLst>
              <a:ext uri="{FF2B5EF4-FFF2-40B4-BE49-F238E27FC236}">
                <a16:creationId xmlns:a16="http://schemas.microsoft.com/office/drawing/2014/main" id="{32CAE77E-CF7A-47FE-869E-1176F6CAD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73770" y="-30613"/>
            <a:ext cx="3672591" cy="5431084"/>
          </a:xfrm>
          <a:custGeom>
            <a:avLst/>
            <a:gdLst>
              <a:gd name="connsiteX0" fmla="*/ 0 w 3912433"/>
              <a:gd name="connsiteY0" fmla="*/ 0 h 5021705"/>
              <a:gd name="connsiteX1" fmla="*/ 0 w 3912433"/>
              <a:gd name="connsiteY1" fmla="*/ 5021705 h 5021705"/>
              <a:gd name="connsiteX2" fmla="*/ 3912433 w 3912433"/>
              <a:gd name="connsiteY2" fmla="*/ 5021705 h 5021705"/>
              <a:gd name="connsiteX3" fmla="*/ 3912433 w 3912433"/>
              <a:gd name="connsiteY3" fmla="*/ 4287187 h 5021705"/>
              <a:gd name="connsiteX0" fmla="*/ 0 w 3912433"/>
              <a:gd name="connsiteY0" fmla="*/ 0 h 5021705"/>
              <a:gd name="connsiteX1" fmla="*/ 0 w 3912433"/>
              <a:gd name="connsiteY1" fmla="*/ 5021705 h 5021705"/>
              <a:gd name="connsiteX2" fmla="*/ 3912433 w 3912433"/>
              <a:gd name="connsiteY2" fmla="*/ 5021705 h 5021705"/>
              <a:gd name="connsiteX3" fmla="*/ 3912433 w 3912433"/>
              <a:gd name="connsiteY3" fmla="*/ 4020996 h 5021705"/>
              <a:gd name="connsiteX0" fmla="*/ 0 w 3912433"/>
              <a:gd name="connsiteY0" fmla="*/ 0 h 5168788"/>
              <a:gd name="connsiteX1" fmla="*/ 0 w 3912433"/>
              <a:gd name="connsiteY1" fmla="*/ 5168788 h 5168788"/>
              <a:gd name="connsiteX2" fmla="*/ 3912433 w 3912433"/>
              <a:gd name="connsiteY2" fmla="*/ 5168788 h 5168788"/>
              <a:gd name="connsiteX3" fmla="*/ 3912433 w 3912433"/>
              <a:gd name="connsiteY3" fmla="*/ 4168079 h 516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12433" h="5168788">
                <a:moveTo>
                  <a:pt x="0" y="0"/>
                </a:moveTo>
                <a:lnTo>
                  <a:pt x="0" y="5168788"/>
                </a:lnTo>
                <a:lnTo>
                  <a:pt x="3912433" y="5168788"/>
                </a:lnTo>
                <a:lnTo>
                  <a:pt x="3912433" y="4168079"/>
                </a:lnTo>
              </a:path>
            </a:pathLst>
          </a:cu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2B7F3532-0764-4856-AF98-4671C7227F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546361" y="-29980"/>
            <a:ext cx="0" cy="2218544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Espaço Reservado para Imagem 7">
            <a:extLst>
              <a:ext uri="{FF2B5EF4-FFF2-40B4-BE49-F238E27FC236}">
                <a16:creationId xmlns:a16="http://schemas.microsoft.com/office/drawing/2014/main" id="{84DF5FE2-61AE-01F6-E83F-95A98C7F2D3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7813" b="7813"/>
          <a:stretch>
            <a:fillRect/>
          </a:stretch>
        </p:blipFill>
        <p:spPr/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EDA461B-516D-AFC5-D10E-974208B27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687" y="5206563"/>
            <a:ext cx="1250316" cy="387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11" y="876926"/>
            <a:ext cx="5079113" cy="1356607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Agenda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10" y="1856936"/>
            <a:ext cx="4205990" cy="3418450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 dirty="0"/>
              <a:t>Quem Somos</a:t>
            </a:r>
          </a:p>
          <a:p>
            <a:pPr rtl="0"/>
            <a:r>
              <a:rPr lang="pt-BR" dirty="0"/>
              <a:t>Introdução</a:t>
            </a:r>
          </a:p>
          <a:p>
            <a:pPr rtl="0"/>
            <a:r>
              <a:rPr lang="pt-BR" dirty="0"/>
              <a:t>Contexto de Negócio</a:t>
            </a:r>
          </a:p>
          <a:p>
            <a:pPr rtl="0"/>
            <a:r>
              <a:rPr lang="pt-BR" dirty="0"/>
              <a:t>Proposta de Solução</a:t>
            </a:r>
          </a:p>
          <a:p>
            <a:pPr rtl="0"/>
            <a:r>
              <a:rPr lang="pt-BR" dirty="0"/>
              <a:t>Ferramentas e Arquitetura</a:t>
            </a:r>
          </a:p>
          <a:p>
            <a:pPr rtl="0"/>
            <a:r>
              <a:rPr lang="pt-BR" dirty="0"/>
              <a:t>Resultados</a:t>
            </a:r>
          </a:p>
          <a:p>
            <a:pPr rtl="0"/>
            <a:r>
              <a:rPr lang="pt-BR" dirty="0"/>
              <a:t>Próximos Passos</a:t>
            </a:r>
          </a:p>
          <a:p>
            <a:pPr rtl="0"/>
            <a:endParaRPr lang="pt-BR" dirty="0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B6F16CF0-2D6F-4308-84F3-0D90106EF4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smtClean="0"/>
              <a:pPr/>
              <a:t>2</a:t>
            </a:fld>
            <a:endParaRPr lang="pt-BR"/>
          </a:p>
        </p:txBody>
      </p:sp>
      <p:pic>
        <p:nvPicPr>
          <p:cNvPr id="11" name="Espaço Reservado para Imagem 10">
            <a:extLst>
              <a:ext uri="{FF2B5EF4-FFF2-40B4-BE49-F238E27FC236}">
                <a16:creationId xmlns:a16="http://schemas.microsoft.com/office/drawing/2014/main" id="{33BCC8B3-DB64-09AF-E0F5-94495CFCDF0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4359" r="2435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m 21">
            <a:extLst>
              <a:ext uri="{FF2B5EF4-FFF2-40B4-BE49-F238E27FC236}">
                <a16:creationId xmlns:a16="http://schemas.microsoft.com/office/drawing/2014/main" id="{DE252639-6567-1994-091B-9609124B6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502" y="1"/>
            <a:ext cx="5912498" cy="685799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543047E-FBFD-4F79-BCA5-10E69740F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675" y="3846787"/>
            <a:ext cx="5895325" cy="1076196"/>
          </a:xfrm>
          <a:solidFill>
            <a:srgbClr val="192A2E"/>
          </a:solidFill>
        </p:spPr>
        <p:txBody>
          <a:bodyPr rtlCol="0">
            <a:normAutofit/>
          </a:bodyPr>
          <a:lstStyle/>
          <a:p>
            <a:pPr rtl="0"/>
            <a:r>
              <a:rPr lang="pt-BR" dirty="0">
                <a:solidFill>
                  <a:schemeClr val="bg1"/>
                </a:solidFill>
              </a:rPr>
              <a:t>Quem somos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6E3CF335-A06F-480E-9118-2C9F4558C20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3</a:t>
            </a:fld>
            <a:endParaRPr lang="pt-BR" dirty="0"/>
          </a:p>
        </p:txBody>
      </p:sp>
      <p:sp>
        <p:nvSpPr>
          <p:cNvPr id="13" name="Espaço Reservado para Conteúdo 2">
            <a:extLst>
              <a:ext uri="{FF2B5EF4-FFF2-40B4-BE49-F238E27FC236}">
                <a16:creationId xmlns:a16="http://schemas.microsoft.com/office/drawing/2014/main" id="{16F3508C-13C4-0BAC-D040-9154FF2FB277}"/>
              </a:ext>
            </a:extLst>
          </p:cNvPr>
          <p:cNvSpPr txBox="1">
            <a:spLocks/>
          </p:cNvSpPr>
          <p:nvPr/>
        </p:nvSpPr>
        <p:spPr>
          <a:xfrm>
            <a:off x="2431439" y="1306317"/>
            <a:ext cx="3932416" cy="11505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Bianca</a:t>
            </a:r>
            <a:r>
              <a:rPr lang="pt-BR" sz="2000" dirty="0"/>
              <a:t> </a:t>
            </a:r>
            <a:r>
              <a:rPr lang="pt-BR" sz="2000" dirty="0">
                <a:latin typeface="+mj-lt"/>
              </a:rPr>
              <a:t>Pereira de Lima Lourenço</a:t>
            </a:r>
          </a:p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Software Engineer </a:t>
            </a:r>
          </a:p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solidFill>
                  <a:srgbClr val="FF0000"/>
                </a:solidFill>
                <a:latin typeface="+mj-lt"/>
              </a:rPr>
              <a:t>Itaú Unibanco</a:t>
            </a:r>
          </a:p>
        </p:txBody>
      </p:sp>
      <p:sp>
        <p:nvSpPr>
          <p:cNvPr id="14" name="Espaço Reservado para Conteúdo 2">
            <a:extLst>
              <a:ext uri="{FF2B5EF4-FFF2-40B4-BE49-F238E27FC236}">
                <a16:creationId xmlns:a16="http://schemas.microsoft.com/office/drawing/2014/main" id="{D6A46007-9065-2136-F117-82DE682C1C8C}"/>
              </a:ext>
            </a:extLst>
          </p:cNvPr>
          <p:cNvSpPr txBox="1">
            <a:spLocks/>
          </p:cNvSpPr>
          <p:nvPr/>
        </p:nvSpPr>
        <p:spPr>
          <a:xfrm>
            <a:off x="2431439" y="3359399"/>
            <a:ext cx="4606671" cy="9747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Leonardo do Nascimento Taguchi</a:t>
            </a:r>
          </a:p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Software Engineer </a:t>
            </a:r>
          </a:p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solidFill>
                  <a:srgbClr val="FF0000"/>
                </a:solidFill>
                <a:latin typeface="+mj-lt"/>
              </a:rPr>
              <a:t>Itaú Unibanco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786FD8B6-7DE0-775D-A79C-AF41940E8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01" y="954360"/>
            <a:ext cx="1620000" cy="1616385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20ECE63E-2848-5D73-11BC-E3367C029A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01" y="3039208"/>
            <a:ext cx="1637173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386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43F67-9C70-4748-8C0C-3A7863422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676650"/>
            <a:ext cx="10515600" cy="1252163"/>
          </a:xfrm>
        </p:spPr>
        <p:txBody>
          <a:bodyPr rtlCol="0"/>
          <a:lstStyle/>
          <a:p>
            <a:pPr rtl="0"/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B371F2-DBA5-415A-82C8-651F587B8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928813"/>
            <a:ext cx="10515600" cy="1645660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rtl="0"/>
            <a:r>
              <a:rPr lang="pt-BR" dirty="0"/>
              <a:t>O agronegócio é um dos principais motores da economia brasileira, com forte impacto no PIB, exportações e </a:t>
            </a:r>
            <a:r>
              <a:rPr lang="pt-BR" dirty="0">
                <a:solidFill>
                  <a:srgbClr val="936959"/>
                </a:solidFill>
              </a:rPr>
              <a:t>emprego</a:t>
            </a:r>
            <a:r>
              <a:rPr lang="pt-BR" dirty="0"/>
              <a:t>.</a:t>
            </a:r>
          </a:p>
          <a:p>
            <a:pPr rtl="0"/>
            <a:r>
              <a:rPr lang="pt-BR" dirty="0"/>
              <a:t>O crédito privado para custeio é essencial para a continuidade e expansão da atividade agropecuária.</a:t>
            </a:r>
          </a:p>
          <a:p>
            <a:pPr rtl="0"/>
            <a:r>
              <a:rPr lang="pt-BR" dirty="0"/>
              <a:t>A adequada mensuração do risco de crédito, por meio da PDD, é fundamental para a sustentabilidade das instituições financeiras.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793EAC-1C63-48A8-A1F6-B99D0D21E29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/>
          <a:p>
            <a:pPr rtl="0"/>
            <a:r>
              <a:rPr lang="pt-BR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E9DB856-36DA-450C-BBE3-B505DB80DC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t-BR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34A761C-7039-4C48-BCE5-1581B37826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4</a:t>
            </a:fld>
            <a:endParaRPr lang="pt-BR"/>
          </a:p>
        </p:txBody>
      </p:sp>
      <p:pic>
        <p:nvPicPr>
          <p:cNvPr id="11" name="Espaço Reservado para Imagem 10">
            <a:extLst>
              <a:ext uri="{FF2B5EF4-FFF2-40B4-BE49-F238E27FC236}">
                <a16:creationId xmlns:a16="http://schemas.microsoft.com/office/drawing/2014/main" id="{6EFD6EF9-E53F-9A41-6F97-7168EF6D64C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29688" b="2968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39799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60295B-54B9-4937-90E3-BAB9CE69E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631132"/>
            <a:ext cx="11118272" cy="1662546"/>
          </a:xfrm>
        </p:spPr>
        <p:txBody>
          <a:bodyPr rtlCol="0"/>
          <a:lstStyle/>
          <a:p>
            <a:pPr rtl="0"/>
            <a:r>
              <a:rPr lang="pt-BR" dirty="0"/>
              <a:t>Contexto de Negócio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51A6D85-3837-435F-A342-5A3F98172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982" y="4593635"/>
            <a:ext cx="10834254" cy="16625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 dirty="0"/>
              <a:t>A PDD é essencial para a gestão do risco de crédito, porém modelos tradicionais não capturam adequadamente a sazonalidade, o clima e a volatilidade das commodities.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C12D1DB-98A9-477C-8F80-806B56E5CF7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t>5</a:t>
            </a:fld>
            <a:endParaRPr lang="pt-BR"/>
          </a:p>
        </p:txBody>
      </p:sp>
      <p:pic>
        <p:nvPicPr>
          <p:cNvPr id="10" name="Espaço Reservado para Imagem 9">
            <a:extLst>
              <a:ext uri="{FF2B5EF4-FFF2-40B4-BE49-F238E27FC236}">
                <a16:creationId xmlns:a16="http://schemas.microsoft.com/office/drawing/2014/main" id="{8FA38594-DB9C-C1B4-A202-562C12F5CD2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33960" b="3396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446797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spaço Reservado para Imagem 7">
            <a:extLst>
              <a:ext uri="{FF2B5EF4-FFF2-40B4-BE49-F238E27FC236}">
                <a16:creationId xmlns:a16="http://schemas.microsoft.com/office/drawing/2014/main" id="{89F4EE88-E231-B808-C0DF-30E7933EF5C8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7503" b="37503"/>
          <a:stretch>
            <a:fillRect/>
          </a:stretch>
        </p:blipFill>
        <p:spPr/>
      </p:pic>
      <p:sp>
        <p:nvSpPr>
          <p:cNvPr id="50" name="Título 49">
            <a:extLst>
              <a:ext uri="{FF2B5EF4-FFF2-40B4-BE49-F238E27FC236}">
                <a16:creationId xmlns:a16="http://schemas.microsoft.com/office/drawing/2014/main" id="{DECB401E-988F-466F-9DA1-EE593252B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dirty="0"/>
              <a:t>Proposta de Solução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B60A718-7E5A-4370-AFB2-C0EBC170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6</a:t>
            </a:fld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2CCA50B-18FE-B11E-9C15-79311CBCF5B6}"/>
              </a:ext>
            </a:extLst>
          </p:cNvPr>
          <p:cNvSpPr txBox="1"/>
          <p:nvPr/>
        </p:nvSpPr>
        <p:spPr>
          <a:xfrm>
            <a:off x="1163993" y="2240528"/>
            <a:ext cx="103779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rgbClr val="936959"/>
                </a:solidFill>
                <a:latin typeface="+mj-lt"/>
              </a:rPr>
              <a:t>Propõe-se uma solução analítica baseada em integração de dados internos e externos para aprimorar a estimativa e a previsão da PDD.</a:t>
            </a:r>
          </a:p>
        </p:txBody>
      </p:sp>
    </p:spTree>
    <p:extLst>
      <p:ext uri="{BB962C8B-B14F-4D97-AF65-F5344CB8AC3E}">
        <p14:creationId xmlns:p14="http://schemas.microsoft.com/office/powerpoint/2010/main" val="3645578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543115C9-38A2-C426-739D-9CA898C6A35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5F191A4-7839-4F63-B17C-7C366C594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Ferramentas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FB6990F-5DC9-9043-9232-F1297EA7F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2484326"/>
            <a:ext cx="3205396" cy="619011"/>
          </a:xfrm>
        </p:spPr>
        <p:txBody>
          <a:bodyPr rtlCol="0"/>
          <a:lstStyle/>
          <a:p>
            <a:pPr rtl="0"/>
            <a:r>
              <a:rPr lang="pt-BR"/>
              <a:t>ROI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B9ED227-95A7-4B08-91FE-5E0EF0D41D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3187458"/>
            <a:ext cx="3205396" cy="2827182"/>
          </a:xfrm>
        </p:spPr>
        <p:txBody>
          <a:bodyPr rtlCol="0">
            <a:normAutofit fontScale="92500" lnSpcReduction="10000"/>
          </a:bodyPr>
          <a:lstStyle/>
          <a:p>
            <a:pPr rtl="0"/>
            <a:r>
              <a:rPr lang="pt-BR"/>
              <a:t>Prever as competências baseada em multimídia e estratégias de crescimento entre mídias</a:t>
            </a:r>
          </a:p>
          <a:p>
            <a:pPr rtl="0"/>
            <a:r>
              <a:rPr lang="pt-BR"/>
              <a:t>Visualize o capital intelectual da qualidade</a:t>
            </a:r>
          </a:p>
          <a:p>
            <a:pPr rtl="0"/>
            <a:r>
              <a:rPr lang="pt-BR"/>
              <a:t>Envolva metodologias mundiais com tecnologias baseadas na web</a:t>
            </a:r>
          </a:p>
          <a:p>
            <a:pPr rtl="0"/>
            <a:endParaRPr lang="pt-BR"/>
          </a:p>
          <a:p>
            <a:pPr rtl="0"/>
            <a:endParaRPr lang="pt-BR"/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9608CD15-85BD-DB4A-917B-4E7521F75C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50008" y="2375648"/>
            <a:ext cx="3221182" cy="727690"/>
          </a:xfrm>
        </p:spPr>
        <p:txBody>
          <a:bodyPr rtlCol="0">
            <a:normAutofit lnSpcReduction="10000"/>
          </a:bodyPr>
          <a:lstStyle/>
          <a:p>
            <a:pPr rtl="0"/>
            <a:r>
              <a:rPr lang="pt-BR" dirty="0"/>
              <a:t>NICHOS DE MERCADOS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9C2ECAAA-1E9C-4845-8EA9-E11A76F081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50008" y="3187458"/>
            <a:ext cx="3221182" cy="2827182"/>
          </a:xfrm>
        </p:spPr>
        <p:txBody>
          <a:bodyPr rtlCol="0">
            <a:normAutofit/>
          </a:bodyPr>
          <a:lstStyle/>
          <a:p>
            <a:pPr rtl="0"/>
            <a:r>
              <a:rPr lang="pt-BR" sz="1900"/>
              <a:t>Buscar um atendimento ao cliente dimensionável por meio de estratégias sustentáveis</a:t>
            </a:r>
          </a:p>
          <a:p>
            <a:pPr rtl="0"/>
            <a:r>
              <a:rPr lang="pt-BR" sz="1900"/>
              <a:t>Envolva os principais serviços da web com resultados finais de última geração</a:t>
            </a:r>
          </a:p>
          <a:p>
            <a:pPr rtl="0"/>
            <a:endParaRPr lang="pt-BR" sz="1900"/>
          </a:p>
          <a:p>
            <a:pPr rtl="0"/>
            <a:endParaRPr lang="pt-BR" sz="1900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F4DDDE18-57BD-844A-8AB7-FFA372F31FB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276013" y="2312894"/>
            <a:ext cx="3221182" cy="790443"/>
          </a:xfrm>
        </p:spPr>
        <p:txBody>
          <a:bodyPr rtlCol="0">
            <a:normAutofit/>
          </a:bodyPr>
          <a:lstStyle/>
          <a:p>
            <a:pPr rtl="0"/>
            <a:r>
              <a:rPr lang="pt-BR"/>
              <a:t>CADEIAS DE ABASTECIMENTO</a:t>
            </a:r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E638C1D3-13E5-8E44-8AD1-D086D9AE2B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276013" y="3187458"/>
            <a:ext cx="3221182" cy="2827182"/>
          </a:xfrm>
        </p:spPr>
        <p:txBody>
          <a:bodyPr rtlCol="0">
            <a:normAutofit/>
          </a:bodyPr>
          <a:lstStyle/>
          <a:p>
            <a:pPr rtl="0"/>
            <a:r>
              <a:rPr lang="pt-BR" sz="1900"/>
              <a:t>Cultive a individualização do atendimento ao cliente com ideias robustas</a:t>
            </a:r>
          </a:p>
          <a:p>
            <a:pPr rtl="0"/>
            <a:r>
              <a:rPr lang="pt-BR" sz="1900"/>
              <a:t>Maximizar os prazos de resultados finais para esquemas em tempo real</a:t>
            </a:r>
          </a:p>
          <a:p>
            <a:pPr rtl="0"/>
            <a:endParaRPr lang="pt-BR" sz="1900"/>
          </a:p>
        </p:txBody>
      </p:sp>
      <p:sp>
        <p:nvSpPr>
          <p:cNvPr id="6" name="Espaço Reservado para Data 5">
            <a:extLst>
              <a:ext uri="{FF2B5EF4-FFF2-40B4-BE49-F238E27FC236}">
                <a16:creationId xmlns:a16="http://schemas.microsoft.com/office/drawing/2014/main" id="{3F133A8C-3B97-4425-9E56-F20597F1FAEC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 rtlCol="0"/>
          <a:lstStyle/>
          <a:p>
            <a:pPr rtl="0"/>
            <a:r>
              <a:rPr lang="pt-BR"/>
              <a:t>20XX</a:t>
            </a:r>
          </a:p>
        </p:txBody>
      </p:sp>
      <p:sp>
        <p:nvSpPr>
          <p:cNvPr id="10" name="Espaço Reservado para Rodapé 9">
            <a:extLst>
              <a:ext uri="{FF2B5EF4-FFF2-40B4-BE49-F238E27FC236}">
                <a16:creationId xmlns:a16="http://schemas.microsoft.com/office/drawing/2014/main" id="{F06523BD-E76F-40D9-9A51-B01D3C09923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 rtlCol="0"/>
          <a:lstStyle/>
          <a:p>
            <a:pPr rtl="0"/>
            <a:r>
              <a:rPr lang="pt-BR"/>
              <a:t>Título da apresentação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7525AACA-1DD4-4326-94A4-27CF98EB0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1508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8DC5E-3C5C-E871-61EB-E91B59EBC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32C81282-0F37-6761-213A-5E2E92298BFF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DF70EB2-760F-06B5-2418-71148C225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Arquitetura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76E3AD2-430E-2373-F6D2-FE2196996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2484326"/>
            <a:ext cx="3205396" cy="619011"/>
          </a:xfrm>
        </p:spPr>
        <p:txBody>
          <a:bodyPr rtlCol="0"/>
          <a:lstStyle/>
          <a:p>
            <a:pPr rtl="0"/>
            <a:r>
              <a:rPr lang="pt-BR"/>
              <a:t>ROI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AF60F4C-40B4-AE1A-50A3-FD3FFD414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3187458"/>
            <a:ext cx="3205396" cy="2827182"/>
          </a:xfrm>
        </p:spPr>
        <p:txBody>
          <a:bodyPr rtlCol="0">
            <a:normAutofit fontScale="92500" lnSpcReduction="10000"/>
          </a:bodyPr>
          <a:lstStyle/>
          <a:p>
            <a:pPr rtl="0"/>
            <a:r>
              <a:rPr lang="pt-BR"/>
              <a:t>Prever as competências baseada em multimídia e estratégias de crescimento entre mídias</a:t>
            </a:r>
          </a:p>
          <a:p>
            <a:pPr rtl="0"/>
            <a:r>
              <a:rPr lang="pt-BR"/>
              <a:t>Visualize o capital intelectual da qualidade</a:t>
            </a:r>
          </a:p>
          <a:p>
            <a:pPr rtl="0"/>
            <a:r>
              <a:rPr lang="pt-BR"/>
              <a:t>Envolva metodologias mundiais com tecnologias baseadas na web</a:t>
            </a:r>
          </a:p>
          <a:p>
            <a:pPr rtl="0"/>
            <a:endParaRPr lang="pt-BR"/>
          </a:p>
          <a:p>
            <a:pPr rtl="0"/>
            <a:endParaRPr lang="pt-BR"/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132494F8-7D69-E7E8-B434-256B36AB8F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50008" y="2375648"/>
            <a:ext cx="3221182" cy="727690"/>
          </a:xfrm>
        </p:spPr>
        <p:txBody>
          <a:bodyPr rtlCol="0">
            <a:normAutofit lnSpcReduction="10000"/>
          </a:bodyPr>
          <a:lstStyle/>
          <a:p>
            <a:pPr rtl="0"/>
            <a:r>
              <a:rPr lang="pt-BR" dirty="0"/>
              <a:t>NICHOS DE MERCADOS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E1E35C45-00C2-CC9A-BADF-B49A993060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50008" y="3187458"/>
            <a:ext cx="3221182" cy="2827182"/>
          </a:xfrm>
        </p:spPr>
        <p:txBody>
          <a:bodyPr rtlCol="0">
            <a:normAutofit/>
          </a:bodyPr>
          <a:lstStyle/>
          <a:p>
            <a:pPr rtl="0"/>
            <a:r>
              <a:rPr lang="pt-BR" sz="1900"/>
              <a:t>Buscar um atendimento ao cliente dimensionável por meio de estratégias sustentáveis</a:t>
            </a:r>
          </a:p>
          <a:p>
            <a:pPr rtl="0"/>
            <a:r>
              <a:rPr lang="pt-BR" sz="1900"/>
              <a:t>Envolva os principais serviços da web com resultados finais de última geração</a:t>
            </a:r>
          </a:p>
          <a:p>
            <a:pPr rtl="0"/>
            <a:endParaRPr lang="pt-BR" sz="1900"/>
          </a:p>
          <a:p>
            <a:pPr rtl="0"/>
            <a:endParaRPr lang="pt-BR" sz="1900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8CD0BC0E-D793-DAA0-885E-616F7F484B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276013" y="2312894"/>
            <a:ext cx="3221182" cy="790443"/>
          </a:xfrm>
        </p:spPr>
        <p:txBody>
          <a:bodyPr rtlCol="0">
            <a:normAutofit/>
          </a:bodyPr>
          <a:lstStyle/>
          <a:p>
            <a:pPr rtl="0"/>
            <a:r>
              <a:rPr lang="pt-BR"/>
              <a:t>CADEIAS DE ABASTECIMENTO</a:t>
            </a:r>
          </a:p>
        </p:txBody>
      </p:sp>
      <p:sp>
        <p:nvSpPr>
          <p:cNvPr id="9" name="Espaço Reservado para Conteúdo 8">
            <a:extLst>
              <a:ext uri="{FF2B5EF4-FFF2-40B4-BE49-F238E27FC236}">
                <a16:creationId xmlns:a16="http://schemas.microsoft.com/office/drawing/2014/main" id="{EAD1673D-94C6-DC49-9962-15857961A09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276013" y="3187458"/>
            <a:ext cx="3221182" cy="2827182"/>
          </a:xfrm>
        </p:spPr>
        <p:txBody>
          <a:bodyPr rtlCol="0">
            <a:normAutofit/>
          </a:bodyPr>
          <a:lstStyle/>
          <a:p>
            <a:pPr rtl="0"/>
            <a:r>
              <a:rPr lang="pt-BR" sz="1900"/>
              <a:t>Cultive a individualização do atendimento ao cliente com ideias robustas</a:t>
            </a:r>
          </a:p>
          <a:p>
            <a:pPr rtl="0"/>
            <a:r>
              <a:rPr lang="pt-BR" sz="1900"/>
              <a:t>Maximizar os prazos de resultados finais para esquemas em tempo real</a:t>
            </a:r>
          </a:p>
          <a:p>
            <a:pPr rtl="0"/>
            <a:endParaRPr lang="pt-BR" sz="1900"/>
          </a:p>
        </p:txBody>
      </p:sp>
      <p:sp>
        <p:nvSpPr>
          <p:cNvPr id="6" name="Espaço Reservado para Data 5">
            <a:extLst>
              <a:ext uri="{FF2B5EF4-FFF2-40B4-BE49-F238E27FC236}">
                <a16:creationId xmlns:a16="http://schemas.microsoft.com/office/drawing/2014/main" id="{D233F1B9-5618-487B-2AC8-A2D9D999091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 rtlCol="0"/>
          <a:lstStyle/>
          <a:p>
            <a:pPr rtl="0"/>
            <a:r>
              <a:rPr lang="pt-BR"/>
              <a:t>20XX</a:t>
            </a:r>
          </a:p>
        </p:txBody>
      </p:sp>
      <p:sp>
        <p:nvSpPr>
          <p:cNvPr id="10" name="Espaço Reservado para Rodapé 9">
            <a:extLst>
              <a:ext uri="{FF2B5EF4-FFF2-40B4-BE49-F238E27FC236}">
                <a16:creationId xmlns:a16="http://schemas.microsoft.com/office/drawing/2014/main" id="{42F2E1BB-6E08-328C-BEDD-4A0985808679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 rtlCol="0"/>
          <a:lstStyle/>
          <a:p>
            <a:pPr rtl="0"/>
            <a:r>
              <a:rPr lang="pt-BR"/>
              <a:t>Título da apresentação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ABBBD765-C40F-EF84-05AD-E03B66682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7435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Imagem 8">
            <a:extLst>
              <a:ext uri="{FF2B5EF4-FFF2-40B4-BE49-F238E27FC236}">
                <a16:creationId xmlns:a16="http://schemas.microsoft.com/office/drawing/2014/main" id="{666DFF4F-EA69-6B41-73DC-65AEA38A8A0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2421" r="22421"/>
          <a:stretch>
            <a:fillRect/>
          </a:stretch>
        </p:blipFill>
        <p:spPr/>
      </p:pic>
      <p:sp>
        <p:nvSpPr>
          <p:cNvPr id="32" name="Título 31">
            <a:extLst>
              <a:ext uri="{FF2B5EF4-FFF2-40B4-BE49-F238E27FC236}">
                <a16:creationId xmlns:a16="http://schemas.microsoft.com/office/drawing/2014/main" id="{F2959A91-4FC0-437D-AC15-2DA5FC8C7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2932546"/>
            <a:ext cx="5021263" cy="2285999"/>
          </a:xfrm>
        </p:spPr>
        <p:txBody>
          <a:bodyPr rtlCol="0"/>
          <a:lstStyle/>
          <a:p>
            <a:pPr rtl="0"/>
            <a:r>
              <a:rPr lang="pt-BR" dirty="0"/>
              <a:t>Resultados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943E7C-A74D-4CB3-844B-51917C88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4317" y="1484357"/>
            <a:ext cx="6608374" cy="350327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pt-BR" dirty="0">
                <a:solidFill>
                  <a:srgbClr val="936959"/>
                </a:solidFill>
              </a:rPr>
              <a:t>Maior precisão na projeção da PDD;</a:t>
            </a:r>
          </a:p>
          <a:p>
            <a:pPr lvl="0"/>
            <a:r>
              <a:rPr lang="pt-BR" dirty="0">
                <a:solidFill>
                  <a:srgbClr val="936959"/>
                </a:solidFill>
              </a:rPr>
              <a:t>Identificação antecipada de deterioração da qualidade da carteira;</a:t>
            </a:r>
          </a:p>
          <a:p>
            <a:pPr lvl="0"/>
            <a:r>
              <a:rPr lang="pt-BR" dirty="0">
                <a:solidFill>
                  <a:srgbClr val="936959"/>
                </a:solidFill>
              </a:rPr>
              <a:t>Melhor compreensão do impacto da sazonalidade e de choques externos;</a:t>
            </a:r>
          </a:p>
          <a:p>
            <a:pPr lvl="0"/>
            <a:r>
              <a:rPr lang="pt-BR" dirty="0">
                <a:solidFill>
                  <a:srgbClr val="936959"/>
                </a:solidFill>
              </a:rPr>
              <a:t>Suporte qualificado à gestão de risco de crédito e à alocação de capital.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A1FCEF05-3A03-4BED-B0DD-9680C07AD26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070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FB90AB4-D228-4548-B072-726498212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449822"/>
            <a:ext cx="4812867" cy="636261"/>
          </a:xfrm>
        </p:spPr>
        <p:txBody>
          <a:bodyPr rtlCol="0"/>
          <a:lstStyle/>
          <a:p>
            <a:pPr rtl="0"/>
            <a:r>
              <a:rPr lang="pt-BR"/>
              <a:t>CENÁRIOS DE MERCADO B2B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50677C9-3E42-427F-93B8-526692906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152954"/>
            <a:ext cx="4812867" cy="2827182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 dirty="0"/>
              <a:t>Desenvolver estratégias vencedoras para se manter à frente da concorrência</a:t>
            </a:r>
          </a:p>
          <a:p>
            <a:pPr rtl="0"/>
            <a:r>
              <a:rPr lang="pt-BR" dirty="0"/>
              <a:t>Capitalize a alternativa mais fácil para identificar um valor aproximado</a:t>
            </a:r>
          </a:p>
          <a:p>
            <a:pPr rtl="0"/>
            <a:r>
              <a:rPr lang="pt-BR" dirty="0"/>
              <a:t>Visualizar a convergência dirigida ao cliente</a:t>
            </a:r>
          </a:p>
        </p:txBody>
      </p:sp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F5018B6D-E395-49AD-92AD-AD69E3AB4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6563" y="2263302"/>
            <a:ext cx="5294154" cy="768507"/>
          </a:xfrm>
        </p:spPr>
        <p:txBody>
          <a:bodyPr rtlCol="0">
            <a:normAutofit/>
          </a:bodyPr>
          <a:lstStyle/>
          <a:p>
            <a:pPr rtl="0"/>
            <a:r>
              <a:rPr lang="pt-BR"/>
              <a:t>OPORTUNIDADES BASEADAS EM NUVEM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DB9D020-1E25-453D-83DF-1420ACD396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6563" y="3152954"/>
            <a:ext cx="5294154" cy="2827182"/>
          </a:xfrm>
        </p:spPr>
        <p:txBody>
          <a:bodyPr rtlCol="0"/>
          <a:lstStyle/>
          <a:p>
            <a:pPr rtl="0"/>
            <a:r>
              <a:rPr lang="pt-BR"/>
              <a:t>Abordagens iterativas da estratégia corporativa</a:t>
            </a:r>
          </a:p>
          <a:p>
            <a:pPr rtl="0"/>
            <a:r>
              <a:rPr lang="pt-BR"/>
              <a:t>Estabelecer uma estrutura de gerenciamento do lado de dentro</a:t>
            </a:r>
          </a:p>
        </p:txBody>
      </p:sp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944FF64-5B52-4F55-8EFC-A6B5D3126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pt-BR"/>
              <a:t>20XX</a:t>
            </a:r>
          </a:p>
        </p:txBody>
      </p:sp>
      <p:sp>
        <p:nvSpPr>
          <p:cNvPr id="7" name="Espaço Reservado para Rodapé 6">
            <a:extLst>
              <a:ext uri="{FF2B5EF4-FFF2-40B4-BE49-F238E27FC236}">
                <a16:creationId xmlns:a16="http://schemas.microsoft.com/office/drawing/2014/main" id="{BE45337A-4526-4875-92E4-8D568BF6A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/>
              <a:t>Título da apresentação</a:t>
            </a:r>
          </a:p>
        </p:txBody>
      </p:sp>
      <p:sp>
        <p:nvSpPr>
          <p:cNvPr id="8" name="Espaço Reservado para o Número do Slide 7">
            <a:extLst>
              <a:ext uri="{FF2B5EF4-FFF2-40B4-BE49-F238E27FC236}">
                <a16:creationId xmlns:a16="http://schemas.microsoft.com/office/drawing/2014/main" id="{FDF02649-7B74-4CBD-BC77-4B93192B7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10</a:t>
            </a:fld>
            <a:endParaRPr lang="pt-BR"/>
          </a:p>
        </p:txBody>
      </p:sp>
      <p:pic>
        <p:nvPicPr>
          <p:cNvPr id="12" name="Espaço Reservado para Imagem 11">
            <a:extLst>
              <a:ext uri="{FF2B5EF4-FFF2-40B4-BE49-F238E27FC236}">
                <a16:creationId xmlns:a16="http://schemas.microsoft.com/office/drawing/2014/main" id="{7BDBF27B-B39F-7B22-8487-B0123753D590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71" name="Título 70">
            <a:extLst>
              <a:ext uri="{FF2B5EF4-FFF2-40B4-BE49-F238E27FC236}">
                <a16:creationId xmlns:a16="http://schemas.microsoft.com/office/drawing/2014/main" id="{E0FEE499-AB74-47F2-A52F-76A79317E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/>
          <a:lstStyle/>
          <a:p>
            <a:pPr rtl="0"/>
            <a:r>
              <a:rPr lang="pt-BR" dirty="0"/>
              <a:t>Próximos Passos</a:t>
            </a:r>
          </a:p>
        </p:txBody>
      </p:sp>
    </p:spTree>
    <p:extLst>
      <p:ext uri="{BB962C8B-B14F-4D97-AF65-F5344CB8AC3E}">
        <p14:creationId xmlns:p14="http://schemas.microsoft.com/office/powerpoint/2010/main" val="25631196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spaço Reservado para Imagem 7">
            <a:extLst>
              <a:ext uri="{FF2B5EF4-FFF2-40B4-BE49-F238E27FC236}">
                <a16:creationId xmlns:a16="http://schemas.microsoft.com/office/drawing/2014/main" id="{51F1CCF3-7B18-2CEB-ACA6-2B6E9580E28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1247" b="1247"/>
          <a:stretch>
            <a:fillRect/>
          </a:stretch>
        </p:blipFill>
        <p:spPr/>
      </p:pic>
      <p:sp>
        <p:nvSpPr>
          <p:cNvPr id="19" name="Espaço Reservado para Texto 18">
            <a:extLst>
              <a:ext uri="{FF2B5EF4-FFF2-40B4-BE49-F238E27FC236}">
                <a16:creationId xmlns:a16="http://schemas.microsoft.com/office/drawing/2014/main" id="{94753837-F8EB-4144-857D-D1C0313831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95044" y="2444620"/>
            <a:ext cx="8212918" cy="2713236"/>
          </a:xfrm>
        </p:spPr>
        <p:txBody>
          <a:bodyPr rtlCol="0"/>
          <a:lstStyle/>
          <a:p>
            <a:pPr rtl="0"/>
            <a:r>
              <a:rPr lang="pt-BR" sz="3600" dirty="0"/>
              <a:t>"Seus dados contam histórias sobre o futuro. Aprenda a ouvi-los."</a:t>
            </a:r>
          </a:p>
        </p:txBody>
      </p:sp>
      <p:sp>
        <p:nvSpPr>
          <p:cNvPr id="18" name="Título 17">
            <a:extLst>
              <a:ext uri="{FF2B5EF4-FFF2-40B4-BE49-F238E27FC236}">
                <a16:creationId xmlns:a16="http://schemas.microsoft.com/office/drawing/2014/main" id="{2EF3A4B2-57A0-42EE-8DCE-BDF1A2756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9978" y="4269105"/>
            <a:ext cx="7766978" cy="484050"/>
          </a:xfrm>
        </p:spPr>
        <p:txBody>
          <a:bodyPr rtlCol="0"/>
          <a:lstStyle/>
          <a:p>
            <a:pPr algn="ctr" rtl="0"/>
            <a:r>
              <a:rPr lang="pt-BR" sz="3600" dirty="0">
                <a:latin typeface="+mj-lt"/>
              </a:rPr>
              <a:t>OBRIGADO!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D835076A-B549-4546-935E-70B9152B052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4560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22FD90-4F0C-2B44-97CD-683630477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629" y="611455"/>
            <a:ext cx="10646275" cy="1356607"/>
          </a:xfrm>
        </p:spPr>
        <p:txBody>
          <a:bodyPr rtlCol="0"/>
          <a:lstStyle/>
          <a:p>
            <a:pPr rtl="0"/>
            <a:r>
              <a:rPr lang="pt-BR" dirty="0"/>
              <a:t>Linha do tempo</a:t>
            </a:r>
          </a:p>
        </p:txBody>
      </p:sp>
      <p:graphicFrame>
        <p:nvGraphicFramePr>
          <p:cNvPr id="9" name="Diagrama 2" descr="Elemento gráfico SmartArt da linha do tempo">
            <a:extLst>
              <a:ext uri="{FF2B5EF4-FFF2-40B4-BE49-F238E27FC236}">
                <a16:creationId xmlns:a16="http://schemas.microsoft.com/office/drawing/2014/main" id="{943579B3-F593-42FE-B851-B1972F37F7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297656"/>
              </p:ext>
            </p:extLst>
          </p:nvPr>
        </p:nvGraphicFramePr>
        <p:xfrm>
          <a:off x="462988" y="1884363"/>
          <a:ext cx="11064240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AA1AA48B-2ADA-4EDE-A6E6-37E31D549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r>
              <a:rPr lang="pt-BR" dirty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5341351-C218-4507-AC38-6444565B1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pt-BR" dirty="0"/>
              <a:t>Título da 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1E40B52F-F7A3-43E3-A23E-009C07061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t>12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766140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Dark Wood">
      <a:dk1>
        <a:srgbClr val="192A2E"/>
      </a:dk1>
      <a:lt1>
        <a:srgbClr val="FFFFFF"/>
      </a:lt1>
      <a:dk2>
        <a:srgbClr val="936959"/>
      </a:dk2>
      <a:lt2>
        <a:srgbClr val="576466"/>
      </a:lt2>
      <a:accent1>
        <a:srgbClr val="192A2E"/>
      </a:accent1>
      <a:accent2>
        <a:srgbClr val="41536D"/>
      </a:accent2>
      <a:accent3>
        <a:srgbClr val="7F3A33"/>
      </a:accent3>
      <a:accent4>
        <a:srgbClr val="B2714B"/>
      </a:accent4>
      <a:accent5>
        <a:srgbClr val="D5C9BD"/>
      </a:accent5>
      <a:accent6>
        <a:srgbClr val="8D9C95"/>
      </a:accent6>
      <a:hlink>
        <a:srgbClr val="EAEAEA"/>
      </a:hlink>
      <a:folHlink>
        <a:srgbClr val="954F72"/>
      </a:folHlink>
    </a:clrScheme>
    <a:fontScheme name="Dark Wood">
      <a:majorFont>
        <a:latin typeface="Bodoni M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8847000_TF00564740_Win32" id="{15D3B0AC-57A3-4631-A70E-EBA08DDCBF78}" vid="{9B4A28C4-2DC1-4ED8-8EBD-35BC43CC77E4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594F112-2C18-4A4B-8670-27820EBCA14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1EA95FB-CA08-49B7-ACB3-F9D3CF51D93A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571BCEA-BFD4-4A19-A553-5C9F87CB8F22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Apresentação em madeira escura</Template>
  <TotalTime>4296</TotalTime>
  <Words>525</Words>
  <Application>Microsoft Office PowerPoint</Application>
  <PresentationFormat>Widescreen</PresentationFormat>
  <Paragraphs>108</Paragraphs>
  <Slides>12</Slides>
  <Notes>12</Notes>
  <HiddenSlides>1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7" baseType="lpstr">
      <vt:lpstr>Arial</vt:lpstr>
      <vt:lpstr>Avenir Next LT Pro</vt:lpstr>
      <vt:lpstr>Bodoni MT</vt:lpstr>
      <vt:lpstr>Calibri</vt:lpstr>
      <vt:lpstr>Tema do Office</vt:lpstr>
      <vt:lpstr>PROVISÃO DE DEVEDORES DUVIDOSOS (PDD) PARA LINHAS DE CRÉDITO FINANCEIRAS PRIVADAS DESTINADAS AO CUSTEIO DO AGRONEGÓCIO</vt:lpstr>
      <vt:lpstr>Agenda</vt:lpstr>
      <vt:lpstr>Quem somos</vt:lpstr>
      <vt:lpstr>Introdução</vt:lpstr>
      <vt:lpstr>Contexto de Negócio</vt:lpstr>
      <vt:lpstr>Proposta de Solução</vt:lpstr>
      <vt:lpstr>Ferramentas</vt:lpstr>
      <vt:lpstr>Arquitetura</vt:lpstr>
      <vt:lpstr>Resultados</vt:lpstr>
      <vt:lpstr>Próximos Passos</vt:lpstr>
      <vt:lpstr>OBRIGADO!</vt:lpstr>
      <vt:lpstr>Linha do tempo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Leonardo Nascimento</dc:creator>
  <cp:lastModifiedBy>Leonardo Nascimento</cp:lastModifiedBy>
  <cp:revision>12</cp:revision>
  <dcterms:created xsi:type="dcterms:W3CDTF">2026-01-17T22:59:07Z</dcterms:created>
  <dcterms:modified xsi:type="dcterms:W3CDTF">2026-01-30T13:07:50Z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